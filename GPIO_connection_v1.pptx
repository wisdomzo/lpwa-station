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94"/>
  </p:normalViewPr>
  <p:slideViewPr>
    <p:cSldViewPr snapToGrid="0">
      <p:cViewPr varScale="1">
        <p:scale>
          <a:sx n="120" d="100"/>
          <a:sy n="120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2A318-7C9A-95DD-2842-F84A5DFB5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F14FFD-52B5-A7BB-373F-79B14DCE0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8329FD-F486-83A5-341F-2CBC15EC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FAD87D-0CBD-8F25-460E-9C4BF4E2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4BAF8F-64B8-1403-8CA9-6AE58FEB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15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777F85-9820-4785-4FF2-BDBC09F4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3D0D44-186B-BEAA-7886-1F9F0870F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0B2FDE-78E1-ED51-E84F-C88ED5212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11B7AF-8D01-57FF-4024-B834AC83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BBE6DB-99BA-DB17-3890-C61C1208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20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1F1B55-DE2A-C8B7-7070-EEA11090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FC580C-9CBC-3839-8B02-372ABC3E3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033F34-46D2-4CFE-FA54-0A02E544A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BDF8DC-0258-1CFE-BE6B-A8EE5F98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6A39E6-F074-302E-0553-1E3E8529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547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84E684-E0C6-2E88-BC8E-9C16E174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9892EB-5363-814B-0DEA-FB2C87F2D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10FA98-89C3-C06C-D8DE-F6EF76048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350638-B1DB-4960-6553-E2EA132B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18DC24-AA18-D2AA-A37D-BF01433F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3709B5-0941-9FD0-C6E0-7BB5F2AB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64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56EEE-422A-7E28-F7B6-EC6D6E3C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8B8BB6-2532-5D3B-12DD-A76DEA427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4CB287-46B2-99C8-AC38-2A4729B5B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F4EF666-9872-EC3B-43A2-C061394D1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1287704-E02A-52F3-B05C-40A39147D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F3D25D5-8F25-7DA9-8C8E-7806D12A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F627E3-A0D6-AC36-18C0-12C41F97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E912571-7CE3-54F4-F014-A958693A6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42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F9679-80EE-3410-B4F7-173740CD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2EDFE7-57E9-7993-D992-1E2D62F8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29006CB-C5CB-E59C-E675-48BBD3EC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E5E31EE-E140-751E-97C1-3DD0C17A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57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3F63600-C2F3-EE19-CF51-BC791F77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0F1A87D-0A53-07A4-B4CE-3EFB98F5C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803FC3-A8B0-E5DF-E596-2528DBEF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1313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A8C8CE-1FF5-21DC-C995-BF41DECB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1B005D-AC76-B78A-893A-C2B4B3053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14AFD92-5EFD-0D7F-902F-5F7682A05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FDF26A-111A-5A96-3124-2387C689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63844B-5281-14A3-61D6-61E223B6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31134E-FA77-C2BE-0A42-80749FF5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1150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3F1798-918E-ACC1-1677-B58F2D18E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107662-B6DF-0C6D-E267-A27D53D71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03B249D-41C5-5D14-BC28-79031C584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2AEBA6-094E-B737-E0FF-0068D745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784597-7B6A-0720-9EBC-EB4D3123F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429228-672F-099C-E23B-1A4192DC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079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2C22E-4066-CD99-5B03-871021EE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2F995B-9F98-72C1-68E2-B1F0396F3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990893-DA35-8B0B-8CFD-053EB4E1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4A2054-2644-37B6-BFC5-F12FF8A1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4A75DA-0AF7-FDAC-7BF0-13C4664E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232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A90BA83-59D8-5053-3CFF-3F92F4B5BC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801756-EFBA-C8B0-6D98-1F3695E45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6002FC-BACA-A279-5963-ACAA97C0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E6C820-E8B6-F5DA-5D1E-B1FBB3CE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3BA144-F5EA-C0D7-B13F-D99B17C2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23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C55542C-DD65-B851-3C22-31B75A015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869809-2100-1728-D883-79F73119A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6E823E-3871-8F53-5186-55BE9DCEB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9D121-E9D2-B641-AA65-B57CC9FB4523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FC5AEE-F593-F508-8F03-54CC67F30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71C99A-151D-2BD1-7AA8-85CAAFEFA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93658-572B-5D4F-8406-41922F3F2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653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ーブル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2B346D4-4D04-0654-3DD5-6C00FCC49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84" t="27117" r="23282" b="17909"/>
          <a:stretch>
            <a:fillRect/>
          </a:stretch>
        </p:blipFill>
        <p:spPr>
          <a:xfrm rot="5400000">
            <a:off x="3073319" y="1540479"/>
            <a:ext cx="6045362" cy="35950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四角形吹き出し 5">
            <a:extLst>
              <a:ext uri="{FF2B5EF4-FFF2-40B4-BE49-F238E27FC236}">
                <a16:creationId xmlns:a16="http://schemas.microsoft.com/office/drawing/2014/main" id="{8F36BBFC-1547-A93E-4A82-BD87B5E86082}"/>
              </a:ext>
            </a:extLst>
          </p:cNvPr>
          <p:cNvSpPr/>
          <p:nvPr/>
        </p:nvSpPr>
        <p:spPr>
          <a:xfrm>
            <a:off x="8166538" y="315310"/>
            <a:ext cx="3478923" cy="1776249"/>
          </a:xfrm>
          <a:prstGeom prst="wedgeRectCallout">
            <a:avLst>
              <a:gd name="adj1" fmla="val -61619"/>
              <a:gd name="adj2" fmla="val 583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b="1" dirty="0"/>
              <a:t>429MHz LoRa</a:t>
            </a:r>
            <a:r>
              <a:rPr kumimoji="1" lang="ja-JP" altLang="en-US" sz="1400" b="1"/>
              <a:t>モジュール</a:t>
            </a:r>
            <a:r>
              <a:rPr lang="ja-JP" altLang="en-US" sz="1400" b="1"/>
              <a:t>の基本機能：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1400" b="1"/>
              <a:t>ノード間通信：各ノードが独立して動作する自律型</a:t>
            </a:r>
            <a:r>
              <a:rPr kumimoji="1" lang="en-US" altLang="ja-JP" sz="1400" b="1" dirty="0"/>
              <a:t>Mesh</a:t>
            </a:r>
            <a:r>
              <a:rPr kumimoji="1" lang="ja-JP" altLang="en-US" sz="1400" b="1"/>
              <a:t>ネットワーク</a:t>
            </a:r>
            <a:endParaRPr kumimoji="1"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1400" b="1"/>
              <a:t>マルチホップ通信：直接到達できないノードへの経路中継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1400" b="1"/>
              <a:t>動的ルーティング：ネットワーク状況に応じた経路の自動更新</a:t>
            </a:r>
            <a:endParaRPr kumimoji="1" lang="en-US" altLang="ja-JP" sz="1400" b="1" dirty="0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CD1CD395-F278-66CB-0D16-BB1051499906}"/>
              </a:ext>
            </a:extLst>
          </p:cNvPr>
          <p:cNvSpPr/>
          <p:nvPr/>
        </p:nvSpPr>
        <p:spPr>
          <a:xfrm rot="722096">
            <a:off x="5108009" y="1706268"/>
            <a:ext cx="2634226" cy="6085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DB37019-B01A-8D47-168E-5D7483944DB8}"/>
              </a:ext>
            </a:extLst>
          </p:cNvPr>
          <p:cNvSpPr/>
          <p:nvPr/>
        </p:nvSpPr>
        <p:spPr>
          <a:xfrm rot="722096">
            <a:off x="5049617" y="2748965"/>
            <a:ext cx="2634226" cy="6085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CC112A3D-32BE-A76D-E7D4-4CD93A04F7EA}"/>
              </a:ext>
            </a:extLst>
          </p:cNvPr>
          <p:cNvSpPr/>
          <p:nvPr/>
        </p:nvSpPr>
        <p:spPr>
          <a:xfrm rot="722096">
            <a:off x="4991223" y="3398822"/>
            <a:ext cx="2634226" cy="6085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吹き出し 10">
            <a:extLst>
              <a:ext uri="{FF2B5EF4-FFF2-40B4-BE49-F238E27FC236}">
                <a16:creationId xmlns:a16="http://schemas.microsoft.com/office/drawing/2014/main" id="{CE537BEA-3B4C-4B1A-3FFF-90B96E4C34F1}"/>
              </a:ext>
            </a:extLst>
          </p:cNvPr>
          <p:cNvSpPr/>
          <p:nvPr/>
        </p:nvSpPr>
        <p:spPr>
          <a:xfrm>
            <a:off x="432050" y="704774"/>
            <a:ext cx="3478923" cy="1776249"/>
          </a:xfrm>
          <a:prstGeom prst="wedgeRectCallout">
            <a:avLst>
              <a:gd name="adj1" fmla="val 81886"/>
              <a:gd name="adj2" fmla="val 6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b="1" dirty="0"/>
              <a:t>920MHz LoRa</a:t>
            </a:r>
            <a:r>
              <a:rPr kumimoji="1" lang="ja-JP" altLang="en-US" sz="1400" b="1"/>
              <a:t>モジュール</a:t>
            </a:r>
            <a:r>
              <a:rPr lang="ja-JP" altLang="en-US" sz="1400" b="1"/>
              <a:t>の基本機能：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1400" b="1"/>
              <a:t>ローカルセンサーデータ収集</a:t>
            </a:r>
            <a:endParaRPr kumimoji="1"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sz="1400" b="1" dirty="0"/>
              <a:t>429</a:t>
            </a:r>
            <a:r>
              <a:rPr kumimoji="1" lang="ja-JP" altLang="en-US" sz="1400" b="1"/>
              <a:t>ノード候補の評価・選択、最適ノードへの接続確立</a:t>
            </a:r>
            <a:endParaRPr kumimoji="1"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ja-JP" sz="1400" b="1" dirty="0"/>
              <a:t>429</a:t>
            </a:r>
            <a:r>
              <a:rPr kumimoji="1" lang="ja-JP" altLang="en-US" sz="1400" b="1"/>
              <a:t>ノードによる基幹ネットワークへのデータ転送</a:t>
            </a:r>
            <a:endParaRPr kumimoji="1" lang="en-US" altLang="ja-JP" sz="14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949779-4825-1A84-D83D-9D57B096C8B3}"/>
              </a:ext>
            </a:extLst>
          </p:cNvPr>
          <p:cNvSpPr txBox="1"/>
          <p:nvPr/>
        </p:nvSpPr>
        <p:spPr>
          <a:xfrm>
            <a:off x="5599710" y="648866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Station</a:t>
            </a:r>
            <a:endParaRPr kumimoji="1" lang="ja-JP" altLang="en-US" b="1"/>
          </a:p>
        </p:txBody>
      </p:sp>
      <p:sp>
        <p:nvSpPr>
          <p:cNvPr id="13" name="四角形吹き出し 12">
            <a:extLst>
              <a:ext uri="{FF2B5EF4-FFF2-40B4-BE49-F238E27FC236}">
                <a16:creationId xmlns:a16="http://schemas.microsoft.com/office/drawing/2014/main" id="{ED6F9330-3FFC-7CE0-4E3B-765F40E6E71F}"/>
              </a:ext>
            </a:extLst>
          </p:cNvPr>
          <p:cNvSpPr/>
          <p:nvPr/>
        </p:nvSpPr>
        <p:spPr>
          <a:xfrm>
            <a:off x="8166537" y="2582724"/>
            <a:ext cx="3478923" cy="1776249"/>
          </a:xfrm>
          <a:prstGeom prst="wedgeRectCallout">
            <a:avLst>
              <a:gd name="adj1" fmla="val -66453"/>
              <a:gd name="adj2" fmla="val 252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b="1" dirty="0"/>
              <a:t>GNSS</a:t>
            </a:r>
            <a:r>
              <a:rPr kumimoji="1" lang="ja-JP" altLang="en-US" sz="1400" b="1"/>
              <a:t>モジュール</a:t>
            </a:r>
            <a:r>
              <a:rPr lang="ja-JP" altLang="en-US" sz="1400" b="1"/>
              <a:t>の測位情報：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位置情報：緯度・経度・標高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時間情報：</a:t>
            </a:r>
            <a:r>
              <a:rPr lang="en-US" altLang="ja-JP" sz="1400" b="1" dirty="0"/>
              <a:t>UTC</a:t>
            </a:r>
            <a:r>
              <a:rPr lang="ja-JP" altLang="en-US" sz="1400" b="1"/>
              <a:t>協定世界時・</a:t>
            </a:r>
            <a:r>
              <a:rPr lang="en-US" altLang="ja-JP" sz="1400" b="1" dirty="0"/>
              <a:t>GPS</a:t>
            </a:r>
            <a:r>
              <a:rPr lang="ja-JP" altLang="en-US" sz="1400" b="1"/>
              <a:t>時間・</a:t>
            </a:r>
            <a:r>
              <a:rPr lang="en-US" altLang="ja-JP" sz="1400" b="1" dirty="0"/>
              <a:t>1PPS</a:t>
            </a:r>
            <a:r>
              <a:rPr lang="ja-JP" altLang="en-US" sz="1400" b="1"/>
              <a:t>出力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移動情報：対地速度</a:t>
            </a:r>
            <a:endParaRPr lang="en-US" altLang="ja-JP" sz="1400" b="1" dirty="0"/>
          </a:p>
        </p:txBody>
      </p:sp>
      <p:sp>
        <p:nvSpPr>
          <p:cNvPr id="15" name="四角形吹き出し 14">
            <a:extLst>
              <a:ext uri="{FF2B5EF4-FFF2-40B4-BE49-F238E27FC236}">
                <a16:creationId xmlns:a16="http://schemas.microsoft.com/office/drawing/2014/main" id="{C7EBE956-5AE7-B42F-923A-75C1948585A5}"/>
              </a:ext>
            </a:extLst>
          </p:cNvPr>
          <p:cNvSpPr/>
          <p:nvPr/>
        </p:nvSpPr>
        <p:spPr>
          <a:xfrm>
            <a:off x="432050" y="2814954"/>
            <a:ext cx="3478923" cy="2066535"/>
          </a:xfrm>
          <a:prstGeom prst="wedgeRectCallout">
            <a:avLst>
              <a:gd name="adj1" fmla="val 87311"/>
              <a:gd name="adj2" fmla="val 217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b="1" dirty="0"/>
              <a:t>Raspberry Pi 5</a:t>
            </a:r>
            <a:r>
              <a:rPr lang="ja-JP" altLang="en-US" sz="1400" b="1"/>
              <a:t>の基本機能：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センサーデータの収集・処理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ja-JP" sz="1400" b="1" dirty="0"/>
              <a:t>Station</a:t>
            </a:r>
            <a:r>
              <a:rPr lang="ja-JP" altLang="en-US" sz="1400" b="1"/>
              <a:t>の中核機能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インターネット接続機能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エッジコンピューティング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一時的中心局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機械学習機能駆動</a:t>
            </a:r>
            <a:endParaRPr lang="en-US" altLang="ja-JP" sz="1400" b="1" dirty="0"/>
          </a:p>
        </p:txBody>
      </p:sp>
      <p:pic>
        <p:nvPicPr>
          <p:cNvPr id="18" name="グラフィックス 17" descr="情報 単色塗りつぶし">
            <a:extLst>
              <a:ext uri="{FF2B5EF4-FFF2-40B4-BE49-F238E27FC236}">
                <a16:creationId xmlns:a16="http://schemas.microsoft.com/office/drawing/2014/main" id="{A88A456A-5369-68B0-C6D0-83116D396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1824" y="4138114"/>
            <a:ext cx="387886" cy="387886"/>
          </a:xfrm>
          <a:prstGeom prst="rect">
            <a:avLst/>
          </a:prstGeom>
        </p:spPr>
      </p:pic>
      <p:pic>
        <p:nvPicPr>
          <p:cNvPr id="19" name="グラフィックス 18" descr="情報 単色塗りつぶし">
            <a:extLst>
              <a:ext uri="{FF2B5EF4-FFF2-40B4-BE49-F238E27FC236}">
                <a16:creationId xmlns:a16="http://schemas.microsoft.com/office/drawing/2014/main" id="{FF4945A3-030A-BA5C-0E82-E04DAC017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467" y="5134303"/>
            <a:ext cx="387886" cy="387886"/>
          </a:xfrm>
          <a:prstGeom prst="rect">
            <a:avLst/>
          </a:prstGeom>
        </p:spPr>
      </p:pic>
      <p:sp>
        <p:nvSpPr>
          <p:cNvPr id="20" name="四角形吹き出し 19">
            <a:extLst>
              <a:ext uri="{FF2B5EF4-FFF2-40B4-BE49-F238E27FC236}">
                <a16:creationId xmlns:a16="http://schemas.microsoft.com/office/drawing/2014/main" id="{707F6A3A-AFE1-7B81-2BA6-BE2356DA9E3F}"/>
              </a:ext>
            </a:extLst>
          </p:cNvPr>
          <p:cNvSpPr/>
          <p:nvPr/>
        </p:nvSpPr>
        <p:spPr>
          <a:xfrm>
            <a:off x="8166537" y="4712419"/>
            <a:ext cx="3478923" cy="1776249"/>
          </a:xfrm>
          <a:prstGeom prst="wedgeRectCallout">
            <a:avLst>
              <a:gd name="adj1" fmla="val -76700"/>
              <a:gd name="adj2" fmla="val -149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b="1" dirty="0"/>
              <a:t>UPS</a:t>
            </a:r>
            <a:r>
              <a:rPr kumimoji="1" lang="ja-JP" altLang="en-US" sz="1400" b="1"/>
              <a:t>情報</a:t>
            </a:r>
            <a:r>
              <a:rPr lang="ja-JP" altLang="en-US" sz="1400" b="1"/>
              <a:t>：</a:t>
            </a:r>
            <a:endParaRPr lang="en-US" altLang="ja-JP" sz="1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ja-JP" sz="1400" b="1" dirty="0"/>
              <a:t>21700mAh</a:t>
            </a:r>
            <a:r>
              <a:rPr lang="ja-JP" altLang="en-US" sz="1400" b="1"/>
              <a:t>リチウムイオン電池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4</a:t>
            </a:r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最大出力：</a:t>
            </a:r>
            <a:r>
              <a:rPr lang="en-US" altLang="ja-JP" sz="1400" b="1" dirty="0"/>
              <a:t>10A</a:t>
            </a:r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動作時間：アクティブ時約</a:t>
            </a:r>
            <a:r>
              <a:rPr lang="en-US" altLang="ja-JP" sz="1400" b="1" dirty="0"/>
              <a:t>15h</a:t>
            </a:r>
          </a:p>
          <a:p>
            <a:pPr marL="342900" indent="-342900">
              <a:buFont typeface="+mj-lt"/>
              <a:buAutoNum type="arabicPeriod"/>
            </a:pPr>
            <a:r>
              <a:rPr lang="ja-JP" altLang="en-US" sz="1400" b="1"/>
              <a:t>データ取得</a:t>
            </a:r>
            <a:r>
              <a:rPr lang="en-US" altLang="ja-JP" sz="1400" b="1" dirty="0"/>
              <a:t>API</a:t>
            </a:r>
            <a:r>
              <a:rPr lang="ja-JP" altLang="en-US" sz="1400" b="1"/>
              <a:t>あり</a:t>
            </a:r>
            <a:endParaRPr lang="en-US" altLang="ja-JP" sz="1400" b="1" dirty="0"/>
          </a:p>
        </p:txBody>
      </p:sp>
    </p:spTree>
    <p:extLst>
      <p:ext uri="{BB962C8B-B14F-4D97-AF65-F5344CB8AC3E}">
        <p14:creationId xmlns:p14="http://schemas.microsoft.com/office/powerpoint/2010/main" val="192994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8878E0-3834-1F68-AC39-594015EA5C8F}"/>
              </a:ext>
            </a:extLst>
          </p:cNvPr>
          <p:cNvSpPr/>
          <p:nvPr/>
        </p:nvSpPr>
        <p:spPr>
          <a:xfrm rot="5400000">
            <a:off x="7185645" y="696675"/>
            <a:ext cx="777765" cy="15563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3V3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E57A524-A7C3-CE29-870E-2BBC4F058172}"/>
              </a:ext>
            </a:extLst>
          </p:cNvPr>
          <p:cNvSpPr/>
          <p:nvPr/>
        </p:nvSpPr>
        <p:spPr>
          <a:xfrm rot="5400000">
            <a:off x="7030010" y="696675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SDA1</a:t>
            </a:r>
            <a:endParaRPr kumimoji="1" lang="ja-JP" altLang="en-US" sz="10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71C8590-FE5C-892F-572E-A933D60824D0}"/>
              </a:ext>
            </a:extLst>
          </p:cNvPr>
          <p:cNvSpPr/>
          <p:nvPr/>
        </p:nvSpPr>
        <p:spPr>
          <a:xfrm rot="5400000">
            <a:off x="6874375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SCL1</a:t>
            </a:r>
            <a:endParaRPr kumimoji="1" lang="ja-JP" altLang="en-US" sz="100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B527771-DFC3-6A1F-B5E2-48FC8908E891}"/>
              </a:ext>
            </a:extLst>
          </p:cNvPr>
          <p:cNvSpPr/>
          <p:nvPr/>
        </p:nvSpPr>
        <p:spPr>
          <a:xfrm rot="5400000">
            <a:off x="6718740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GPIO4</a:t>
            </a:r>
            <a:endParaRPr kumimoji="1" lang="ja-JP" altLang="en-US" sz="10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4F7294-6E0F-2766-BFE5-7E1180950E03}"/>
              </a:ext>
            </a:extLst>
          </p:cNvPr>
          <p:cNvSpPr/>
          <p:nvPr/>
        </p:nvSpPr>
        <p:spPr>
          <a:xfrm rot="5400000">
            <a:off x="7377014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CN" sz="1000" dirty="0"/>
              <a:t>1</a:t>
            </a:r>
            <a:endParaRPr kumimoji="1" lang="ja-JP" altLang="en-US" sz="100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9F893C0-2E1B-72DB-040F-D788470D4F6A}"/>
              </a:ext>
            </a:extLst>
          </p:cNvPr>
          <p:cNvSpPr/>
          <p:nvPr/>
        </p:nvSpPr>
        <p:spPr>
          <a:xfrm rot="5400000">
            <a:off x="7221379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zh-CN" sz="1000" dirty="0"/>
              <a:t>3</a:t>
            </a:r>
            <a:endParaRPr kumimoji="1" lang="ja-JP" altLang="en-US" sz="10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7996242-3177-2B1B-DD50-F110FD192265}"/>
              </a:ext>
            </a:extLst>
          </p:cNvPr>
          <p:cNvSpPr/>
          <p:nvPr/>
        </p:nvSpPr>
        <p:spPr>
          <a:xfrm rot="5400000">
            <a:off x="7065744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zh-CN" sz="1000" dirty="0"/>
              <a:t>5</a:t>
            </a:r>
            <a:endParaRPr kumimoji="1" lang="ja-JP" altLang="en-US" sz="100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2FA128F-4A60-213B-2D7A-7212B8B9D153}"/>
              </a:ext>
            </a:extLst>
          </p:cNvPr>
          <p:cNvSpPr/>
          <p:nvPr/>
        </p:nvSpPr>
        <p:spPr>
          <a:xfrm rot="5400000">
            <a:off x="6910109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zh-CN" sz="1000" dirty="0"/>
              <a:t>7</a:t>
            </a:r>
            <a:endParaRPr kumimoji="1" lang="ja-JP" altLang="en-US" sz="10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65D7EFB-4805-8B94-7DD4-F7DF2F02C078}"/>
              </a:ext>
            </a:extLst>
          </p:cNvPr>
          <p:cNvSpPr/>
          <p:nvPr/>
        </p:nvSpPr>
        <p:spPr>
          <a:xfrm rot="5400000">
            <a:off x="6563106" y="696675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4492B65-3540-70EE-DCD5-C31861EA987A}"/>
              </a:ext>
            </a:extLst>
          </p:cNvPr>
          <p:cNvSpPr/>
          <p:nvPr/>
        </p:nvSpPr>
        <p:spPr>
          <a:xfrm rot="5400000">
            <a:off x="6407471" y="696675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GPIO17</a:t>
            </a:r>
            <a:endParaRPr kumimoji="1" lang="ja-JP" altLang="en-US" sz="100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0B981D0-755F-331F-6F7E-C577DF40A589}"/>
              </a:ext>
            </a:extLst>
          </p:cNvPr>
          <p:cNvSpPr/>
          <p:nvPr/>
        </p:nvSpPr>
        <p:spPr>
          <a:xfrm rot="5400000">
            <a:off x="6251836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GPIO27</a:t>
            </a:r>
            <a:endParaRPr kumimoji="1" lang="ja-JP" altLang="en-US" sz="100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5EE5291-662A-3901-23B3-32D0C8A610E1}"/>
              </a:ext>
            </a:extLst>
          </p:cNvPr>
          <p:cNvSpPr/>
          <p:nvPr/>
        </p:nvSpPr>
        <p:spPr>
          <a:xfrm rot="5400000">
            <a:off x="6096201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GPIO22</a:t>
            </a:r>
            <a:endParaRPr kumimoji="1" lang="ja-JP" altLang="en-US" sz="10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05DA605-9993-610F-EBD8-6C48247DE29E}"/>
              </a:ext>
            </a:extLst>
          </p:cNvPr>
          <p:cNvSpPr/>
          <p:nvPr/>
        </p:nvSpPr>
        <p:spPr>
          <a:xfrm rot="5400000">
            <a:off x="6754475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9</a:t>
            </a:r>
            <a:endParaRPr kumimoji="1" lang="ja-JP" altLang="en-US" sz="100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F75A866-39E0-6376-BA90-CAAD12E8C25A}"/>
              </a:ext>
            </a:extLst>
          </p:cNvPr>
          <p:cNvSpPr/>
          <p:nvPr/>
        </p:nvSpPr>
        <p:spPr>
          <a:xfrm rot="5400000">
            <a:off x="6598840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11</a:t>
            </a:r>
            <a:endParaRPr kumimoji="1" lang="ja-JP" altLang="en-US" sz="100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65D5BD6-499E-3CEC-0FE0-CE116F60CCA3}"/>
              </a:ext>
            </a:extLst>
          </p:cNvPr>
          <p:cNvSpPr/>
          <p:nvPr/>
        </p:nvSpPr>
        <p:spPr>
          <a:xfrm rot="5400000">
            <a:off x="6443205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13</a:t>
            </a:r>
            <a:endParaRPr kumimoji="1" lang="ja-JP" altLang="en-US" sz="100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12BBA29-815D-CD58-3726-79E0196F10AE}"/>
              </a:ext>
            </a:extLst>
          </p:cNvPr>
          <p:cNvSpPr/>
          <p:nvPr/>
        </p:nvSpPr>
        <p:spPr>
          <a:xfrm rot="5400000">
            <a:off x="6287570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15</a:t>
            </a:r>
            <a:endParaRPr kumimoji="1" lang="ja-JP" altLang="en-US" sz="10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F02A5D8-6E04-36A9-C330-AA427F333EAC}"/>
              </a:ext>
            </a:extLst>
          </p:cNvPr>
          <p:cNvSpPr/>
          <p:nvPr/>
        </p:nvSpPr>
        <p:spPr>
          <a:xfrm rot="5400000">
            <a:off x="5940567" y="696675"/>
            <a:ext cx="777765" cy="15563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3V3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16E3DCC-BB25-F0CA-AF7B-AC27F3F5520A}"/>
              </a:ext>
            </a:extLst>
          </p:cNvPr>
          <p:cNvSpPr/>
          <p:nvPr/>
        </p:nvSpPr>
        <p:spPr>
          <a:xfrm rot="5400000">
            <a:off x="5784932" y="696675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GPIO10</a:t>
            </a:r>
            <a:endParaRPr kumimoji="1" lang="ja-JP" altLang="en-US" sz="100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EB49DBF-FC1A-06A2-5396-A3364E496BD6}"/>
              </a:ext>
            </a:extLst>
          </p:cNvPr>
          <p:cNvSpPr/>
          <p:nvPr/>
        </p:nvSpPr>
        <p:spPr>
          <a:xfrm rot="5400000">
            <a:off x="5629297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GPIO9</a:t>
            </a:r>
            <a:endParaRPr kumimoji="1" lang="ja-JP" altLang="en-US" sz="100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05F4CE3-FAFD-AC8F-EF86-F665C8BB550A}"/>
              </a:ext>
            </a:extLst>
          </p:cNvPr>
          <p:cNvSpPr/>
          <p:nvPr/>
        </p:nvSpPr>
        <p:spPr>
          <a:xfrm rot="5400000">
            <a:off x="5473662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GPIO11</a:t>
            </a:r>
            <a:endParaRPr kumimoji="1" lang="ja-JP" altLang="en-US" sz="100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F7C1B31-A1C3-5244-EDBF-6A41BA3B8E42}"/>
              </a:ext>
            </a:extLst>
          </p:cNvPr>
          <p:cNvSpPr/>
          <p:nvPr/>
        </p:nvSpPr>
        <p:spPr>
          <a:xfrm rot="5400000">
            <a:off x="6131936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17</a:t>
            </a:r>
            <a:endParaRPr kumimoji="1" lang="ja-JP" altLang="en-US" sz="100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529CF8B-CF25-572E-17F7-130AECD21923}"/>
              </a:ext>
            </a:extLst>
          </p:cNvPr>
          <p:cNvSpPr/>
          <p:nvPr/>
        </p:nvSpPr>
        <p:spPr>
          <a:xfrm rot="5400000">
            <a:off x="5976301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19</a:t>
            </a:r>
            <a:endParaRPr kumimoji="1" lang="ja-JP" altLang="en-US" sz="100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5873EE6-758B-1438-F53F-DB09595A47FB}"/>
              </a:ext>
            </a:extLst>
          </p:cNvPr>
          <p:cNvSpPr/>
          <p:nvPr/>
        </p:nvSpPr>
        <p:spPr>
          <a:xfrm rot="5400000">
            <a:off x="5820666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21</a:t>
            </a:r>
            <a:endParaRPr kumimoji="1" lang="ja-JP" altLang="en-US" sz="100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DEF1B13-AB84-8DB0-A4A9-6D88CF313F88}"/>
              </a:ext>
            </a:extLst>
          </p:cNvPr>
          <p:cNvSpPr/>
          <p:nvPr/>
        </p:nvSpPr>
        <p:spPr>
          <a:xfrm rot="5400000">
            <a:off x="5665031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23</a:t>
            </a:r>
            <a:endParaRPr kumimoji="1" lang="ja-JP" altLang="en-US" sz="100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F1A8AD0-95F4-AF0A-9667-406988221FA6}"/>
              </a:ext>
            </a:extLst>
          </p:cNvPr>
          <p:cNvSpPr/>
          <p:nvPr/>
        </p:nvSpPr>
        <p:spPr>
          <a:xfrm rot="5400000">
            <a:off x="5318028" y="696675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65C7A505-0493-C769-526C-32F6461F76DA}"/>
              </a:ext>
            </a:extLst>
          </p:cNvPr>
          <p:cNvSpPr/>
          <p:nvPr/>
        </p:nvSpPr>
        <p:spPr>
          <a:xfrm rot="5400000">
            <a:off x="5162393" y="696675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GPIO0</a:t>
            </a:r>
            <a:endParaRPr kumimoji="1" lang="ja-JP" altLang="en-US" sz="100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356E3AB-BB95-87F5-9786-B101EC00C6DA}"/>
              </a:ext>
            </a:extLst>
          </p:cNvPr>
          <p:cNvSpPr/>
          <p:nvPr/>
        </p:nvSpPr>
        <p:spPr>
          <a:xfrm rot="5400000">
            <a:off x="5006758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GPIO5</a:t>
            </a:r>
            <a:endParaRPr kumimoji="1" lang="ja-JP" altLang="en-US" sz="100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8EEDB73-B17F-867D-5E4E-8AF432BBA49F}"/>
              </a:ext>
            </a:extLst>
          </p:cNvPr>
          <p:cNvSpPr/>
          <p:nvPr/>
        </p:nvSpPr>
        <p:spPr>
          <a:xfrm rot="5400000">
            <a:off x="4851123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GPIO6</a:t>
            </a:r>
            <a:endParaRPr kumimoji="1" lang="ja-JP" altLang="en-US" sz="100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852C30E-87C3-4CA3-E42C-9639CFA25353}"/>
              </a:ext>
            </a:extLst>
          </p:cNvPr>
          <p:cNvSpPr/>
          <p:nvPr/>
        </p:nvSpPr>
        <p:spPr>
          <a:xfrm rot="5400000">
            <a:off x="5509397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25</a:t>
            </a:r>
            <a:endParaRPr kumimoji="1" lang="ja-JP" altLang="en-US" sz="100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64D9D41-CA23-E5AF-AAF6-3F1F34461651}"/>
              </a:ext>
            </a:extLst>
          </p:cNvPr>
          <p:cNvSpPr/>
          <p:nvPr/>
        </p:nvSpPr>
        <p:spPr>
          <a:xfrm rot="5400000">
            <a:off x="5353762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2</a:t>
            </a:r>
            <a:r>
              <a:rPr lang="en-US" altLang="ja-JP" sz="1000" dirty="0"/>
              <a:t>7</a:t>
            </a:r>
            <a:endParaRPr kumimoji="1" lang="ja-JP" altLang="en-US" sz="100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96D34CE-D56D-D8AA-0779-A4026FED0E0C}"/>
              </a:ext>
            </a:extLst>
          </p:cNvPr>
          <p:cNvSpPr/>
          <p:nvPr/>
        </p:nvSpPr>
        <p:spPr>
          <a:xfrm rot="5400000">
            <a:off x="5198127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29</a:t>
            </a:r>
            <a:endParaRPr kumimoji="1" lang="ja-JP" altLang="en-US" sz="100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30BA5E1-792A-49B6-9FD6-FF084A5D1E26}"/>
              </a:ext>
            </a:extLst>
          </p:cNvPr>
          <p:cNvSpPr/>
          <p:nvPr/>
        </p:nvSpPr>
        <p:spPr>
          <a:xfrm rot="5400000">
            <a:off x="5042492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3</a:t>
            </a:r>
            <a:r>
              <a:rPr lang="en-US" altLang="ja-JP" sz="1000" dirty="0"/>
              <a:t>1</a:t>
            </a:r>
            <a:endParaRPr kumimoji="1" lang="ja-JP" altLang="en-US" sz="100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B6CE5E7-DFC0-B111-95E2-0E4116365FF8}"/>
              </a:ext>
            </a:extLst>
          </p:cNvPr>
          <p:cNvSpPr/>
          <p:nvPr/>
        </p:nvSpPr>
        <p:spPr>
          <a:xfrm rot="5400000">
            <a:off x="4695489" y="696675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GPIO13</a:t>
            </a:r>
            <a:endParaRPr kumimoji="1" lang="ja-JP" altLang="en-US" sz="100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744A3142-C4DE-B298-5A2A-1416A34973DA}"/>
              </a:ext>
            </a:extLst>
          </p:cNvPr>
          <p:cNvSpPr/>
          <p:nvPr/>
        </p:nvSpPr>
        <p:spPr>
          <a:xfrm rot="5400000">
            <a:off x="4539854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GPIO19</a:t>
            </a:r>
            <a:endParaRPr kumimoji="1" lang="ja-JP" altLang="en-US" sz="100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82F2BAE-778D-702E-8D53-48AAD6A48899}"/>
              </a:ext>
            </a:extLst>
          </p:cNvPr>
          <p:cNvSpPr/>
          <p:nvPr/>
        </p:nvSpPr>
        <p:spPr>
          <a:xfrm rot="5400000">
            <a:off x="4384219" y="69667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GPIO2</a:t>
            </a:r>
            <a:r>
              <a:rPr lang="en-US" altLang="ja-JP" sz="1000" dirty="0"/>
              <a:t>6</a:t>
            </a:r>
            <a:endParaRPr kumimoji="1" lang="ja-JP" altLang="en-US" sz="1000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4A3D277-1093-B54C-E29B-29466DA19403}"/>
              </a:ext>
            </a:extLst>
          </p:cNvPr>
          <p:cNvSpPr/>
          <p:nvPr/>
        </p:nvSpPr>
        <p:spPr>
          <a:xfrm rot="5400000">
            <a:off x="4886858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33</a:t>
            </a:r>
            <a:endParaRPr kumimoji="1" lang="ja-JP" altLang="en-US" sz="100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AA85DA98-FFD1-449F-76D8-725CF3CC0E62}"/>
              </a:ext>
            </a:extLst>
          </p:cNvPr>
          <p:cNvSpPr/>
          <p:nvPr/>
        </p:nvSpPr>
        <p:spPr>
          <a:xfrm rot="5400000">
            <a:off x="4731223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35</a:t>
            </a:r>
            <a:endParaRPr kumimoji="1" lang="ja-JP" altLang="en-US" sz="100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1B9A10A6-A7FB-A3A7-D711-0482CB5924BD}"/>
              </a:ext>
            </a:extLst>
          </p:cNvPr>
          <p:cNvSpPr/>
          <p:nvPr/>
        </p:nvSpPr>
        <p:spPr>
          <a:xfrm rot="5400000">
            <a:off x="4575588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37</a:t>
            </a:r>
            <a:endParaRPr kumimoji="1" lang="ja-JP" altLang="en-US" sz="100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907A43E-8EAD-A2DB-5CCC-7FC7651C018B}"/>
              </a:ext>
            </a:extLst>
          </p:cNvPr>
          <p:cNvSpPr/>
          <p:nvPr/>
        </p:nvSpPr>
        <p:spPr>
          <a:xfrm rot="5400000">
            <a:off x="4419955" y="1283071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3</a:t>
            </a:r>
            <a:r>
              <a:rPr lang="en-US" altLang="ja-JP" sz="1000" dirty="0"/>
              <a:t>9</a:t>
            </a:r>
            <a:endParaRPr kumimoji="1" lang="ja-JP" altLang="en-US" sz="100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3F2C801-CAAA-ABC4-3E78-E2C9B10986E7}"/>
              </a:ext>
            </a:extLst>
          </p:cNvPr>
          <p:cNvSpPr/>
          <p:nvPr/>
        </p:nvSpPr>
        <p:spPr>
          <a:xfrm rot="5400000">
            <a:off x="4228588" y="696673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CB6A9E8E-B1F6-12F2-0443-B0AEC13DC0DE}"/>
              </a:ext>
            </a:extLst>
          </p:cNvPr>
          <p:cNvSpPr/>
          <p:nvPr/>
        </p:nvSpPr>
        <p:spPr>
          <a:xfrm rot="5400000">
            <a:off x="7377015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2</a:t>
            </a:r>
            <a:endParaRPr kumimoji="1" lang="ja-JP" altLang="en-US" sz="1000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9B07E8FE-56A2-CD9C-9F82-100784C977B2}"/>
              </a:ext>
            </a:extLst>
          </p:cNvPr>
          <p:cNvSpPr/>
          <p:nvPr/>
        </p:nvSpPr>
        <p:spPr>
          <a:xfrm rot="5400000">
            <a:off x="7221380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4</a:t>
            </a:r>
            <a:endParaRPr kumimoji="1" lang="ja-JP" altLang="en-US" sz="1000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38E49874-1088-5DEA-2419-EF1563351C62}"/>
              </a:ext>
            </a:extLst>
          </p:cNvPr>
          <p:cNvSpPr/>
          <p:nvPr/>
        </p:nvSpPr>
        <p:spPr>
          <a:xfrm rot="5400000">
            <a:off x="7065745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6</a:t>
            </a:r>
            <a:endParaRPr kumimoji="1" lang="ja-JP" altLang="en-US" sz="1000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97AD40E4-E627-170F-ABD9-83A1FE0C9EF1}"/>
              </a:ext>
            </a:extLst>
          </p:cNvPr>
          <p:cNvSpPr/>
          <p:nvPr/>
        </p:nvSpPr>
        <p:spPr>
          <a:xfrm rot="5400000">
            <a:off x="6910110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8</a:t>
            </a:r>
            <a:endParaRPr kumimoji="1" lang="ja-JP" altLang="en-US" sz="100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A089C4BD-3BAF-908C-97F5-9C354340145B}"/>
              </a:ext>
            </a:extLst>
          </p:cNvPr>
          <p:cNvSpPr/>
          <p:nvPr/>
        </p:nvSpPr>
        <p:spPr>
          <a:xfrm rot="5400000">
            <a:off x="6754476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10</a:t>
            </a:r>
            <a:endParaRPr kumimoji="1" lang="ja-JP" altLang="en-US" sz="1000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3A800456-C206-AA30-F2EE-F7C5553D5E86}"/>
              </a:ext>
            </a:extLst>
          </p:cNvPr>
          <p:cNvSpPr/>
          <p:nvPr/>
        </p:nvSpPr>
        <p:spPr>
          <a:xfrm rot="5400000">
            <a:off x="6598841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12</a:t>
            </a:r>
            <a:endParaRPr kumimoji="1" lang="ja-JP" altLang="en-US" sz="1000"/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D6D689B1-2F25-2123-FDDB-62A177B9F840}"/>
              </a:ext>
            </a:extLst>
          </p:cNvPr>
          <p:cNvSpPr/>
          <p:nvPr/>
        </p:nvSpPr>
        <p:spPr>
          <a:xfrm rot="5400000">
            <a:off x="6443206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14</a:t>
            </a:r>
            <a:endParaRPr kumimoji="1" lang="ja-JP" altLang="en-US" sz="1000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EC8A4CE7-BEBB-0922-45B4-605A6D3D9A98}"/>
              </a:ext>
            </a:extLst>
          </p:cNvPr>
          <p:cNvSpPr/>
          <p:nvPr/>
        </p:nvSpPr>
        <p:spPr>
          <a:xfrm rot="5400000">
            <a:off x="6287571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16</a:t>
            </a:r>
            <a:endParaRPr kumimoji="1" lang="ja-JP" altLang="en-US" sz="1000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3DF46D9F-2E29-E8CE-7B72-1219EEF7F54F}"/>
              </a:ext>
            </a:extLst>
          </p:cNvPr>
          <p:cNvSpPr/>
          <p:nvPr/>
        </p:nvSpPr>
        <p:spPr>
          <a:xfrm rot="5400000">
            <a:off x="6131937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18</a:t>
            </a:r>
            <a:endParaRPr kumimoji="1" lang="ja-JP" altLang="en-US" sz="100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B2EA4C0D-3397-67D8-7624-E0B0FC532CB4}"/>
              </a:ext>
            </a:extLst>
          </p:cNvPr>
          <p:cNvSpPr/>
          <p:nvPr/>
        </p:nvSpPr>
        <p:spPr>
          <a:xfrm rot="5400000">
            <a:off x="5976302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20</a:t>
            </a:r>
            <a:endParaRPr kumimoji="1" lang="ja-JP" altLang="en-US" sz="1000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91C4EF26-2DA5-2CD7-1755-170370C6DC11}"/>
              </a:ext>
            </a:extLst>
          </p:cNvPr>
          <p:cNvSpPr/>
          <p:nvPr/>
        </p:nvSpPr>
        <p:spPr>
          <a:xfrm rot="5400000">
            <a:off x="5820667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22</a:t>
            </a:r>
            <a:endParaRPr kumimoji="1" lang="ja-JP" altLang="en-US" sz="1000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A683AAD0-9212-D95B-5880-174E2D793FCD}"/>
              </a:ext>
            </a:extLst>
          </p:cNvPr>
          <p:cNvSpPr/>
          <p:nvPr/>
        </p:nvSpPr>
        <p:spPr>
          <a:xfrm rot="5400000">
            <a:off x="5665032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24</a:t>
            </a:r>
            <a:endParaRPr kumimoji="1" lang="ja-JP" altLang="en-US" sz="1000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0525CE0D-424D-E42F-4AC2-93EDBC88958E}"/>
              </a:ext>
            </a:extLst>
          </p:cNvPr>
          <p:cNvSpPr/>
          <p:nvPr/>
        </p:nvSpPr>
        <p:spPr>
          <a:xfrm rot="5400000">
            <a:off x="5509398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26</a:t>
            </a:r>
            <a:endParaRPr kumimoji="1" lang="ja-JP" altLang="en-US" sz="1000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432BD2AE-EBAE-616E-56B2-93143B60E4B3}"/>
              </a:ext>
            </a:extLst>
          </p:cNvPr>
          <p:cNvSpPr/>
          <p:nvPr/>
        </p:nvSpPr>
        <p:spPr>
          <a:xfrm rot="5400000">
            <a:off x="5353763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28</a:t>
            </a:r>
            <a:endParaRPr kumimoji="1" lang="ja-JP" altLang="en-US" sz="100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3AB6E876-9EE2-60FD-D27C-79AB5956B08D}"/>
              </a:ext>
            </a:extLst>
          </p:cNvPr>
          <p:cNvSpPr/>
          <p:nvPr/>
        </p:nvSpPr>
        <p:spPr>
          <a:xfrm rot="5400000">
            <a:off x="5198128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30</a:t>
            </a:r>
            <a:endParaRPr kumimoji="1" lang="ja-JP" altLang="en-US" sz="1000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88531FE-18FE-6A74-33C4-482A05954EF3}"/>
              </a:ext>
            </a:extLst>
          </p:cNvPr>
          <p:cNvSpPr/>
          <p:nvPr/>
        </p:nvSpPr>
        <p:spPr>
          <a:xfrm rot="5400000">
            <a:off x="5042493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32</a:t>
            </a:r>
            <a:endParaRPr kumimoji="1" lang="ja-JP" altLang="en-US" sz="1000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85500B2F-C9D1-D8F6-D942-EF9E1B6DB9CB}"/>
              </a:ext>
            </a:extLst>
          </p:cNvPr>
          <p:cNvSpPr/>
          <p:nvPr/>
        </p:nvSpPr>
        <p:spPr>
          <a:xfrm rot="5400000">
            <a:off x="4886859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34</a:t>
            </a:r>
            <a:endParaRPr kumimoji="1" lang="ja-JP" altLang="en-US" sz="1000"/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3886BF79-D588-923C-2956-51AC844525F7}"/>
              </a:ext>
            </a:extLst>
          </p:cNvPr>
          <p:cNvSpPr/>
          <p:nvPr/>
        </p:nvSpPr>
        <p:spPr>
          <a:xfrm rot="5400000">
            <a:off x="4731224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3</a:t>
            </a:r>
            <a:r>
              <a:rPr lang="en-US" altLang="ja-JP" sz="1000" dirty="0"/>
              <a:t>6</a:t>
            </a:r>
            <a:endParaRPr kumimoji="1" lang="ja-JP" altLang="en-US" sz="1000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8A838555-2342-48C2-1F3A-833A901814D8}"/>
              </a:ext>
            </a:extLst>
          </p:cNvPr>
          <p:cNvSpPr/>
          <p:nvPr/>
        </p:nvSpPr>
        <p:spPr>
          <a:xfrm rot="5400000">
            <a:off x="4575589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3</a:t>
            </a:r>
            <a:r>
              <a:rPr lang="en-US" altLang="ja-JP" sz="1000" dirty="0"/>
              <a:t>8</a:t>
            </a:r>
            <a:endParaRPr kumimoji="1" lang="ja-JP" altLang="en-US" sz="1000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D2610326-582F-3C11-4B13-F29AEB9584DB}"/>
              </a:ext>
            </a:extLst>
          </p:cNvPr>
          <p:cNvSpPr/>
          <p:nvPr/>
        </p:nvSpPr>
        <p:spPr>
          <a:xfrm rot="5400000">
            <a:off x="4419956" y="1678100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40</a:t>
            </a:r>
            <a:endParaRPr kumimoji="1" lang="ja-JP" altLang="en-US" sz="1000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5CCF0AAD-C38E-DC94-7106-9CE843A160B2}"/>
              </a:ext>
            </a:extLst>
          </p:cNvPr>
          <p:cNvSpPr/>
          <p:nvPr/>
        </p:nvSpPr>
        <p:spPr>
          <a:xfrm rot="5400000">
            <a:off x="7185645" y="2270644"/>
            <a:ext cx="777765" cy="15563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5V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A4F9F4ED-A9A7-AFD1-656D-836E7DBEEEFB}"/>
              </a:ext>
            </a:extLst>
          </p:cNvPr>
          <p:cNvSpPr/>
          <p:nvPr/>
        </p:nvSpPr>
        <p:spPr>
          <a:xfrm rot="5400000">
            <a:off x="6874375" y="2270643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E3FC565A-278B-0469-3BD0-6C62C8C1B453}"/>
              </a:ext>
            </a:extLst>
          </p:cNvPr>
          <p:cNvSpPr/>
          <p:nvPr/>
        </p:nvSpPr>
        <p:spPr>
          <a:xfrm rot="5400000">
            <a:off x="6718740" y="2270643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TX</a:t>
            </a:r>
            <a:endParaRPr kumimoji="1" lang="ja-JP" altLang="en-US" sz="1000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64EA4DC8-225A-5F91-EDFF-813CEE1C62C6}"/>
              </a:ext>
            </a:extLst>
          </p:cNvPr>
          <p:cNvSpPr/>
          <p:nvPr/>
        </p:nvSpPr>
        <p:spPr>
          <a:xfrm rot="5400000">
            <a:off x="6563106" y="227064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tx1"/>
                </a:solidFill>
              </a:rPr>
              <a:t>RX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1F920A6A-A4C7-E852-A31D-BD950D46123A}"/>
              </a:ext>
            </a:extLst>
          </p:cNvPr>
          <p:cNvSpPr/>
          <p:nvPr/>
        </p:nvSpPr>
        <p:spPr>
          <a:xfrm rot="5400000">
            <a:off x="6407471" y="227064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GPIO18</a:t>
            </a:r>
            <a:endParaRPr kumimoji="1" lang="ja-JP" altLang="en-US" sz="1000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458AA680-727B-C3FD-E955-89509464F40B}"/>
              </a:ext>
            </a:extLst>
          </p:cNvPr>
          <p:cNvSpPr/>
          <p:nvPr/>
        </p:nvSpPr>
        <p:spPr>
          <a:xfrm rot="5400000">
            <a:off x="6251836" y="2270643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0E214BEB-CC84-2221-80FE-7558C6558ADB}"/>
              </a:ext>
            </a:extLst>
          </p:cNvPr>
          <p:cNvSpPr/>
          <p:nvPr/>
        </p:nvSpPr>
        <p:spPr>
          <a:xfrm rot="5400000">
            <a:off x="6096201" y="2270643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GPIO2</a:t>
            </a:r>
            <a:r>
              <a:rPr lang="en-US" altLang="ja-JP" sz="1000" dirty="0"/>
              <a:t>3</a:t>
            </a:r>
            <a:endParaRPr kumimoji="1" lang="ja-JP" altLang="en-US" sz="1000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68C063E5-6DAA-302E-6651-038DE8A66D20}"/>
              </a:ext>
            </a:extLst>
          </p:cNvPr>
          <p:cNvSpPr/>
          <p:nvPr/>
        </p:nvSpPr>
        <p:spPr>
          <a:xfrm rot="5400000">
            <a:off x="5940567" y="227064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tx1"/>
                </a:solidFill>
              </a:rPr>
              <a:t>GPIO24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D5A19A12-63E2-772C-BD87-2379AA7FD8B5}"/>
              </a:ext>
            </a:extLst>
          </p:cNvPr>
          <p:cNvSpPr/>
          <p:nvPr/>
        </p:nvSpPr>
        <p:spPr>
          <a:xfrm rot="5400000">
            <a:off x="5784932" y="2270644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5488B883-7CEB-4DE0-72AB-A90A5E8E6C47}"/>
              </a:ext>
            </a:extLst>
          </p:cNvPr>
          <p:cNvSpPr/>
          <p:nvPr/>
        </p:nvSpPr>
        <p:spPr>
          <a:xfrm rot="5400000">
            <a:off x="5629297" y="2270643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GPIO25</a:t>
            </a:r>
            <a:endParaRPr kumimoji="1" lang="ja-JP" altLang="en-US" sz="1000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CA4E9DD0-E4A1-DC06-D113-B83B9018415C}"/>
              </a:ext>
            </a:extLst>
          </p:cNvPr>
          <p:cNvSpPr/>
          <p:nvPr/>
        </p:nvSpPr>
        <p:spPr>
          <a:xfrm rot="5400000">
            <a:off x="5473662" y="2270643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GPIO8</a:t>
            </a:r>
            <a:endParaRPr kumimoji="1" lang="ja-JP" altLang="en-US" sz="1000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D82BB228-695C-6DB6-4DEE-0CA167C21A1A}"/>
              </a:ext>
            </a:extLst>
          </p:cNvPr>
          <p:cNvSpPr/>
          <p:nvPr/>
        </p:nvSpPr>
        <p:spPr>
          <a:xfrm rot="5400000">
            <a:off x="5318028" y="227064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tx1"/>
                </a:solidFill>
              </a:rPr>
              <a:t>GPIO7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0175ECAD-2212-C802-AEC9-804F7907A728}"/>
              </a:ext>
            </a:extLst>
          </p:cNvPr>
          <p:cNvSpPr/>
          <p:nvPr/>
        </p:nvSpPr>
        <p:spPr>
          <a:xfrm rot="5400000">
            <a:off x="5162393" y="2270644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GPIO1</a:t>
            </a:r>
            <a:endParaRPr kumimoji="1" lang="ja-JP" altLang="en-US" sz="1000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DB159471-2CA0-5052-3DB7-0F82489E35F1}"/>
              </a:ext>
            </a:extLst>
          </p:cNvPr>
          <p:cNvSpPr/>
          <p:nvPr/>
        </p:nvSpPr>
        <p:spPr>
          <a:xfrm rot="5400000">
            <a:off x="5006758" y="2270643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FC933648-FE5F-9E77-F421-1779E7BC55B1}"/>
              </a:ext>
            </a:extLst>
          </p:cNvPr>
          <p:cNvSpPr/>
          <p:nvPr/>
        </p:nvSpPr>
        <p:spPr>
          <a:xfrm rot="5400000">
            <a:off x="4851123" y="2270643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GPIO12</a:t>
            </a:r>
            <a:endParaRPr kumimoji="1" lang="ja-JP" altLang="en-US" sz="1000"/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5DCD39F6-FCBE-F226-1E42-94D6F4E16F49}"/>
              </a:ext>
            </a:extLst>
          </p:cNvPr>
          <p:cNvSpPr/>
          <p:nvPr/>
        </p:nvSpPr>
        <p:spPr>
          <a:xfrm rot="5400000">
            <a:off x="4695489" y="2270644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8475965A-D1AE-A8A0-17B3-A42945732C65}"/>
              </a:ext>
            </a:extLst>
          </p:cNvPr>
          <p:cNvSpPr/>
          <p:nvPr/>
        </p:nvSpPr>
        <p:spPr>
          <a:xfrm rot="5400000">
            <a:off x="4539854" y="2270643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GPIO16</a:t>
            </a:r>
            <a:endParaRPr kumimoji="1" lang="ja-JP" altLang="en-US" sz="1000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D5867CEA-9230-7D7B-C478-0DF58B603436}"/>
              </a:ext>
            </a:extLst>
          </p:cNvPr>
          <p:cNvSpPr/>
          <p:nvPr/>
        </p:nvSpPr>
        <p:spPr>
          <a:xfrm rot="5400000">
            <a:off x="4384219" y="2270643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GPIO2</a:t>
            </a:r>
            <a:r>
              <a:rPr lang="en-US" altLang="ja-JP" sz="1000" dirty="0"/>
              <a:t>0</a:t>
            </a:r>
            <a:endParaRPr kumimoji="1" lang="ja-JP" altLang="en-US" sz="100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F21FA110-640D-6E8D-CECC-D89C6886D839}"/>
              </a:ext>
            </a:extLst>
          </p:cNvPr>
          <p:cNvSpPr/>
          <p:nvPr/>
        </p:nvSpPr>
        <p:spPr>
          <a:xfrm rot="5400000">
            <a:off x="4228588" y="2270642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tx1"/>
                </a:solidFill>
              </a:rPr>
              <a:t>GPIO21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856D8063-90D4-97E3-6EBB-277885F823F7}"/>
              </a:ext>
            </a:extLst>
          </p:cNvPr>
          <p:cNvSpPr/>
          <p:nvPr/>
        </p:nvSpPr>
        <p:spPr>
          <a:xfrm rot="5400000">
            <a:off x="7030013" y="2270643"/>
            <a:ext cx="777765" cy="15563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5V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C668ECBE-71DF-FB3D-1C1E-9A4C5D935345}"/>
              </a:ext>
            </a:extLst>
          </p:cNvPr>
          <p:cNvSpPr/>
          <p:nvPr/>
        </p:nvSpPr>
        <p:spPr>
          <a:xfrm rot="5400000">
            <a:off x="7185645" y="4033711"/>
            <a:ext cx="777765" cy="15563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3V3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0407D1F2-CF05-0F83-9241-DD8B55A51097}"/>
              </a:ext>
            </a:extLst>
          </p:cNvPr>
          <p:cNvSpPr/>
          <p:nvPr/>
        </p:nvSpPr>
        <p:spPr>
          <a:xfrm rot="5400000">
            <a:off x="7030010" y="4033711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SDA1</a:t>
            </a:r>
            <a:endParaRPr kumimoji="1" lang="ja-JP" altLang="en-US" sz="1000"/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2266C9BD-261A-8F19-0C8B-37C7E340748F}"/>
              </a:ext>
            </a:extLst>
          </p:cNvPr>
          <p:cNvSpPr/>
          <p:nvPr/>
        </p:nvSpPr>
        <p:spPr>
          <a:xfrm rot="5400000">
            <a:off x="6874375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SCL1</a:t>
            </a:r>
            <a:endParaRPr kumimoji="1" lang="ja-JP" altLang="en-US" sz="1000"/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E36D3F88-1CAF-BFC6-28B3-1710F39786D3}"/>
              </a:ext>
            </a:extLst>
          </p:cNvPr>
          <p:cNvSpPr/>
          <p:nvPr/>
        </p:nvSpPr>
        <p:spPr>
          <a:xfrm rot="5400000">
            <a:off x="6718740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GPIO4</a:t>
            </a:r>
            <a:endParaRPr kumimoji="1" lang="ja-JP" altLang="en-US" sz="1000"/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4556F8AD-8279-983A-00F5-1D72D15DAE5C}"/>
              </a:ext>
            </a:extLst>
          </p:cNvPr>
          <p:cNvSpPr/>
          <p:nvPr/>
        </p:nvSpPr>
        <p:spPr>
          <a:xfrm rot="5400000">
            <a:off x="7377014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CN" sz="1000" dirty="0"/>
              <a:t>1</a:t>
            </a:r>
            <a:endParaRPr kumimoji="1" lang="ja-JP" altLang="en-US" sz="1000"/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F8CCDA7E-D63D-6C07-C2E1-98A32831F329}"/>
              </a:ext>
            </a:extLst>
          </p:cNvPr>
          <p:cNvSpPr/>
          <p:nvPr/>
        </p:nvSpPr>
        <p:spPr>
          <a:xfrm rot="5400000">
            <a:off x="7221379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zh-CN" sz="1000" dirty="0"/>
              <a:t>3</a:t>
            </a:r>
            <a:endParaRPr kumimoji="1" lang="ja-JP" altLang="en-US" sz="1000"/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7AF95CC2-C2DD-2421-EA43-5A72257593C2}"/>
              </a:ext>
            </a:extLst>
          </p:cNvPr>
          <p:cNvSpPr/>
          <p:nvPr/>
        </p:nvSpPr>
        <p:spPr>
          <a:xfrm rot="5400000">
            <a:off x="7065744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zh-CN" sz="1000" dirty="0"/>
              <a:t>5</a:t>
            </a:r>
            <a:endParaRPr kumimoji="1" lang="ja-JP" altLang="en-US" sz="1000"/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FC6C25C8-768D-CC65-452B-F50E99EDC35D}"/>
              </a:ext>
            </a:extLst>
          </p:cNvPr>
          <p:cNvSpPr/>
          <p:nvPr/>
        </p:nvSpPr>
        <p:spPr>
          <a:xfrm rot="5400000">
            <a:off x="6910109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zh-CN" sz="1000" dirty="0"/>
              <a:t>7</a:t>
            </a:r>
            <a:endParaRPr kumimoji="1" lang="ja-JP" altLang="en-US" sz="1000"/>
          </a:p>
        </p:txBody>
      </p:sp>
      <p:sp>
        <p:nvSpPr>
          <p:cNvPr id="301" name="正方形/長方形 300">
            <a:extLst>
              <a:ext uri="{FF2B5EF4-FFF2-40B4-BE49-F238E27FC236}">
                <a16:creationId xmlns:a16="http://schemas.microsoft.com/office/drawing/2014/main" id="{DB467AC5-DD1D-516B-A5E1-DCF0F1741065}"/>
              </a:ext>
            </a:extLst>
          </p:cNvPr>
          <p:cNvSpPr/>
          <p:nvPr/>
        </p:nvSpPr>
        <p:spPr>
          <a:xfrm rot="5400000">
            <a:off x="6563106" y="4033711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17044569-4269-C050-B2D5-72FB4562CF8C}"/>
              </a:ext>
            </a:extLst>
          </p:cNvPr>
          <p:cNvSpPr/>
          <p:nvPr/>
        </p:nvSpPr>
        <p:spPr>
          <a:xfrm rot="5400000">
            <a:off x="6407471" y="4033711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GPIO17</a:t>
            </a:r>
            <a:endParaRPr kumimoji="1" lang="ja-JP" altLang="en-US" sz="1000"/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670ACEFD-5AAC-FA50-876C-47765ACE4B2D}"/>
              </a:ext>
            </a:extLst>
          </p:cNvPr>
          <p:cNvSpPr/>
          <p:nvPr/>
        </p:nvSpPr>
        <p:spPr>
          <a:xfrm rot="5400000">
            <a:off x="6251836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GPIO27</a:t>
            </a:r>
            <a:endParaRPr kumimoji="1" lang="ja-JP" altLang="en-US" sz="1000"/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9CDE9A96-000E-B3EC-BA9D-DB4CF48160A8}"/>
              </a:ext>
            </a:extLst>
          </p:cNvPr>
          <p:cNvSpPr/>
          <p:nvPr/>
        </p:nvSpPr>
        <p:spPr>
          <a:xfrm rot="5400000">
            <a:off x="6096201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GPIO22</a:t>
            </a:r>
            <a:endParaRPr kumimoji="1" lang="ja-JP" altLang="en-US" sz="1000"/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526CDAD6-5509-FA6F-5C5F-C2B25E4AFF9D}"/>
              </a:ext>
            </a:extLst>
          </p:cNvPr>
          <p:cNvSpPr/>
          <p:nvPr/>
        </p:nvSpPr>
        <p:spPr>
          <a:xfrm rot="5400000">
            <a:off x="6754475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9</a:t>
            </a:r>
            <a:endParaRPr kumimoji="1" lang="ja-JP" altLang="en-US" sz="1000"/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E7DABE70-887C-DBF5-47F9-4DC94D64DF30}"/>
              </a:ext>
            </a:extLst>
          </p:cNvPr>
          <p:cNvSpPr/>
          <p:nvPr/>
        </p:nvSpPr>
        <p:spPr>
          <a:xfrm rot="5400000">
            <a:off x="6598840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11</a:t>
            </a:r>
            <a:endParaRPr kumimoji="1" lang="ja-JP" altLang="en-US" sz="1000"/>
          </a:p>
        </p:txBody>
      </p:sp>
      <p:sp>
        <p:nvSpPr>
          <p:cNvPr id="307" name="正方形/長方形 306">
            <a:extLst>
              <a:ext uri="{FF2B5EF4-FFF2-40B4-BE49-F238E27FC236}">
                <a16:creationId xmlns:a16="http://schemas.microsoft.com/office/drawing/2014/main" id="{E3F52884-3817-BFAD-C714-59116A09C663}"/>
              </a:ext>
            </a:extLst>
          </p:cNvPr>
          <p:cNvSpPr/>
          <p:nvPr/>
        </p:nvSpPr>
        <p:spPr>
          <a:xfrm rot="5400000">
            <a:off x="6443205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13</a:t>
            </a:r>
            <a:endParaRPr kumimoji="1" lang="ja-JP" altLang="en-US" sz="1000"/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4C521C6F-5F32-D857-E5D5-8A87501FFCA5}"/>
              </a:ext>
            </a:extLst>
          </p:cNvPr>
          <p:cNvSpPr/>
          <p:nvPr/>
        </p:nvSpPr>
        <p:spPr>
          <a:xfrm rot="5400000">
            <a:off x="6287570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15</a:t>
            </a:r>
            <a:endParaRPr kumimoji="1" lang="ja-JP" altLang="en-US" sz="1000"/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CD727F67-A1DC-0B4F-7E6E-64D7F941C8B7}"/>
              </a:ext>
            </a:extLst>
          </p:cNvPr>
          <p:cNvSpPr/>
          <p:nvPr/>
        </p:nvSpPr>
        <p:spPr>
          <a:xfrm rot="5400000">
            <a:off x="5940567" y="4033711"/>
            <a:ext cx="777765" cy="15563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3V3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2FD9253A-0BAA-46AA-D3AF-0FA732F4F777}"/>
              </a:ext>
            </a:extLst>
          </p:cNvPr>
          <p:cNvSpPr/>
          <p:nvPr/>
        </p:nvSpPr>
        <p:spPr>
          <a:xfrm rot="5400000">
            <a:off x="5784932" y="4033711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GPIO10</a:t>
            </a:r>
            <a:endParaRPr kumimoji="1" lang="ja-JP" altLang="en-US" sz="1000"/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0735A4A1-30A6-CC7B-8DFC-601B5205C452}"/>
              </a:ext>
            </a:extLst>
          </p:cNvPr>
          <p:cNvSpPr/>
          <p:nvPr/>
        </p:nvSpPr>
        <p:spPr>
          <a:xfrm rot="5400000">
            <a:off x="5629297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GPIO9</a:t>
            </a:r>
            <a:endParaRPr kumimoji="1" lang="ja-JP" altLang="en-US" sz="1000"/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471FB51B-3860-D0EB-00CD-19C94FF8DF53}"/>
              </a:ext>
            </a:extLst>
          </p:cNvPr>
          <p:cNvSpPr/>
          <p:nvPr/>
        </p:nvSpPr>
        <p:spPr>
          <a:xfrm rot="5400000">
            <a:off x="5473662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GPIO11</a:t>
            </a:r>
            <a:endParaRPr kumimoji="1" lang="ja-JP" altLang="en-US" sz="1000"/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E16571F0-4573-07EA-9FCE-57B95B254A38}"/>
              </a:ext>
            </a:extLst>
          </p:cNvPr>
          <p:cNvSpPr/>
          <p:nvPr/>
        </p:nvSpPr>
        <p:spPr>
          <a:xfrm rot="5400000">
            <a:off x="6131936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17</a:t>
            </a:r>
            <a:endParaRPr kumimoji="1" lang="ja-JP" altLang="en-US" sz="1000"/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EB5280E8-AD64-B8E1-FE7F-F4FFD5888949}"/>
              </a:ext>
            </a:extLst>
          </p:cNvPr>
          <p:cNvSpPr/>
          <p:nvPr/>
        </p:nvSpPr>
        <p:spPr>
          <a:xfrm rot="5400000">
            <a:off x="5976301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19</a:t>
            </a:r>
            <a:endParaRPr kumimoji="1" lang="ja-JP" altLang="en-US" sz="1000"/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566D6099-CA63-7F6D-86B0-45C08A7657AA}"/>
              </a:ext>
            </a:extLst>
          </p:cNvPr>
          <p:cNvSpPr/>
          <p:nvPr/>
        </p:nvSpPr>
        <p:spPr>
          <a:xfrm rot="5400000">
            <a:off x="5820666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21</a:t>
            </a:r>
            <a:endParaRPr kumimoji="1" lang="ja-JP" altLang="en-US" sz="1000"/>
          </a:p>
        </p:txBody>
      </p:sp>
      <p:sp>
        <p:nvSpPr>
          <p:cNvPr id="316" name="正方形/長方形 315">
            <a:extLst>
              <a:ext uri="{FF2B5EF4-FFF2-40B4-BE49-F238E27FC236}">
                <a16:creationId xmlns:a16="http://schemas.microsoft.com/office/drawing/2014/main" id="{A3C18A50-5A3A-F7FC-681C-DD24BD19EEEF}"/>
              </a:ext>
            </a:extLst>
          </p:cNvPr>
          <p:cNvSpPr/>
          <p:nvPr/>
        </p:nvSpPr>
        <p:spPr>
          <a:xfrm rot="5400000">
            <a:off x="5665031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23</a:t>
            </a:r>
            <a:endParaRPr kumimoji="1" lang="ja-JP" altLang="en-US" sz="1000"/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14765D2E-4BBA-AE04-F41F-EA96328821EB}"/>
              </a:ext>
            </a:extLst>
          </p:cNvPr>
          <p:cNvSpPr/>
          <p:nvPr/>
        </p:nvSpPr>
        <p:spPr>
          <a:xfrm rot="5400000">
            <a:off x="5318028" y="4033711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18" name="正方形/長方形 317">
            <a:extLst>
              <a:ext uri="{FF2B5EF4-FFF2-40B4-BE49-F238E27FC236}">
                <a16:creationId xmlns:a16="http://schemas.microsoft.com/office/drawing/2014/main" id="{CDC2E41E-C03C-EAEA-DCD8-10F587E40E60}"/>
              </a:ext>
            </a:extLst>
          </p:cNvPr>
          <p:cNvSpPr/>
          <p:nvPr/>
        </p:nvSpPr>
        <p:spPr>
          <a:xfrm rot="5400000">
            <a:off x="5162393" y="4033711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GPIO0</a:t>
            </a:r>
            <a:endParaRPr kumimoji="1" lang="ja-JP" altLang="en-US" sz="1000"/>
          </a:p>
        </p:txBody>
      </p:sp>
      <p:sp>
        <p:nvSpPr>
          <p:cNvPr id="319" name="正方形/長方形 318">
            <a:extLst>
              <a:ext uri="{FF2B5EF4-FFF2-40B4-BE49-F238E27FC236}">
                <a16:creationId xmlns:a16="http://schemas.microsoft.com/office/drawing/2014/main" id="{5CB045AD-8FAE-2A93-B627-CB4A08EBC512}"/>
              </a:ext>
            </a:extLst>
          </p:cNvPr>
          <p:cNvSpPr/>
          <p:nvPr/>
        </p:nvSpPr>
        <p:spPr>
          <a:xfrm rot="5400000">
            <a:off x="5006758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GPIO5</a:t>
            </a:r>
            <a:endParaRPr kumimoji="1" lang="ja-JP" altLang="en-US" sz="1000"/>
          </a:p>
        </p:txBody>
      </p: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E53D828F-0E26-7D67-8F74-423E325FC251}"/>
              </a:ext>
            </a:extLst>
          </p:cNvPr>
          <p:cNvSpPr/>
          <p:nvPr/>
        </p:nvSpPr>
        <p:spPr>
          <a:xfrm rot="5400000">
            <a:off x="4851123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GPIO6</a:t>
            </a:r>
            <a:endParaRPr kumimoji="1" lang="ja-JP" altLang="en-US" sz="1000"/>
          </a:p>
        </p:txBody>
      </p:sp>
      <p:sp>
        <p:nvSpPr>
          <p:cNvPr id="321" name="正方形/長方形 320">
            <a:extLst>
              <a:ext uri="{FF2B5EF4-FFF2-40B4-BE49-F238E27FC236}">
                <a16:creationId xmlns:a16="http://schemas.microsoft.com/office/drawing/2014/main" id="{0ABBD638-C127-37D5-BEC8-DA0034257EC8}"/>
              </a:ext>
            </a:extLst>
          </p:cNvPr>
          <p:cNvSpPr/>
          <p:nvPr/>
        </p:nvSpPr>
        <p:spPr>
          <a:xfrm rot="5400000">
            <a:off x="5509397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25</a:t>
            </a:r>
            <a:endParaRPr kumimoji="1" lang="ja-JP" altLang="en-US" sz="1000"/>
          </a:p>
        </p:txBody>
      </p:sp>
      <p:sp>
        <p:nvSpPr>
          <p:cNvPr id="322" name="正方形/長方形 321">
            <a:extLst>
              <a:ext uri="{FF2B5EF4-FFF2-40B4-BE49-F238E27FC236}">
                <a16:creationId xmlns:a16="http://schemas.microsoft.com/office/drawing/2014/main" id="{21A19779-759D-C0D3-A15C-54ACA8FA0BC3}"/>
              </a:ext>
            </a:extLst>
          </p:cNvPr>
          <p:cNvSpPr/>
          <p:nvPr/>
        </p:nvSpPr>
        <p:spPr>
          <a:xfrm rot="5400000">
            <a:off x="5353762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2</a:t>
            </a:r>
            <a:r>
              <a:rPr lang="en-US" altLang="ja-JP" sz="1000" dirty="0"/>
              <a:t>7</a:t>
            </a:r>
            <a:endParaRPr kumimoji="1" lang="ja-JP" altLang="en-US" sz="1000"/>
          </a:p>
        </p:txBody>
      </p:sp>
      <p:sp>
        <p:nvSpPr>
          <p:cNvPr id="323" name="正方形/長方形 322">
            <a:extLst>
              <a:ext uri="{FF2B5EF4-FFF2-40B4-BE49-F238E27FC236}">
                <a16:creationId xmlns:a16="http://schemas.microsoft.com/office/drawing/2014/main" id="{179FA635-0A90-646E-6D1A-7FF2A95B19D5}"/>
              </a:ext>
            </a:extLst>
          </p:cNvPr>
          <p:cNvSpPr/>
          <p:nvPr/>
        </p:nvSpPr>
        <p:spPr>
          <a:xfrm rot="5400000">
            <a:off x="5198127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29</a:t>
            </a:r>
            <a:endParaRPr kumimoji="1" lang="ja-JP" altLang="en-US" sz="1000"/>
          </a:p>
        </p:txBody>
      </p: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45B59291-30F5-2282-2C1C-978D51EB1317}"/>
              </a:ext>
            </a:extLst>
          </p:cNvPr>
          <p:cNvSpPr/>
          <p:nvPr/>
        </p:nvSpPr>
        <p:spPr>
          <a:xfrm rot="5400000">
            <a:off x="5042492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3</a:t>
            </a:r>
            <a:r>
              <a:rPr lang="en-US" altLang="ja-JP" sz="1000" dirty="0"/>
              <a:t>1</a:t>
            </a:r>
            <a:endParaRPr kumimoji="1" lang="ja-JP" altLang="en-US" sz="1000"/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4E2EB7D2-F31A-8E29-811A-5936AB6CF76B}"/>
              </a:ext>
            </a:extLst>
          </p:cNvPr>
          <p:cNvSpPr/>
          <p:nvPr/>
        </p:nvSpPr>
        <p:spPr>
          <a:xfrm rot="5400000">
            <a:off x="4695489" y="4033711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GPIO13</a:t>
            </a:r>
            <a:endParaRPr kumimoji="1" lang="ja-JP" altLang="en-US" sz="1000"/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613792C8-5622-CE3D-2010-1CDE36250206}"/>
              </a:ext>
            </a:extLst>
          </p:cNvPr>
          <p:cNvSpPr/>
          <p:nvPr/>
        </p:nvSpPr>
        <p:spPr>
          <a:xfrm rot="5400000">
            <a:off x="4539854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GPIO19</a:t>
            </a:r>
            <a:endParaRPr kumimoji="1" lang="ja-JP" altLang="en-US" sz="1000"/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07D7B61C-19E3-9BC7-B16C-01EC2A69AF9C}"/>
              </a:ext>
            </a:extLst>
          </p:cNvPr>
          <p:cNvSpPr/>
          <p:nvPr/>
        </p:nvSpPr>
        <p:spPr>
          <a:xfrm rot="5400000">
            <a:off x="4384219" y="403371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GPIO2</a:t>
            </a:r>
            <a:r>
              <a:rPr lang="en-US" altLang="ja-JP" sz="1000" dirty="0"/>
              <a:t>6</a:t>
            </a:r>
            <a:endParaRPr kumimoji="1" lang="ja-JP" altLang="en-US" sz="1000"/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94BE2956-530C-DC27-6942-1DE4ACF4F69F}"/>
              </a:ext>
            </a:extLst>
          </p:cNvPr>
          <p:cNvSpPr/>
          <p:nvPr/>
        </p:nvSpPr>
        <p:spPr>
          <a:xfrm rot="5400000">
            <a:off x="4886858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33</a:t>
            </a:r>
            <a:endParaRPr kumimoji="1" lang="ja-JP" altLang="en-US" sz="1000"/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2BD800E1-09A7-3737-D835-317A34CBC916}"/>
              </a:ext>
            </a:extLst>
          </p:cNvPr>
          <p:cNvSpPr/>
          <p:nvPr/>
        </p:nvSpPr>
        <p:spPr>
          <a:xfrm rot="5400000">
            <a:off x="4731223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35</a:t>
            </a:r>
            <a:endParaRPr kumimoji="1" lang="ja-JP" altLang="en-US" sz="1000"/>
          </a:p>
        </p:txBody>
      </p:sp>
      <p:sp>
        <p:nvSpPr>
          <p:cNvPr id="330" name="正方形/長方形 329">
            <a:extLst>
              <a:ext uri="{FF2B5EF4-FFF2-40B4-BE49-F238E27FC236}">
                <a16:creationId xmlns:a16="http://schemas.microsoft.com/office/drawing/2014/main" id="{88FD8DAA-1C0D-356A-8D65-EBAFE17D435A}"/>
              </a:ext>
            </a:extLst>
          </p:cNvPr>
          <p:cNvSpPr/>
          <p:nvPr/>
        </p:nvSpPr>
        <p:spPr>
          <a:xfrm rot="5400000">
            <a:off x="4575588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37</a:t>
            </a:r>
            <a:endParaRPr kumimoji="1" lang="ja-JP" altLang="en-US" sz="1000"/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97EAA00F-C9D6-C24F-045C-9D60A599701A}"/>
              </a:ext>
            </a:extLst>
          </p:cNvPr>
          <p:cNvSpPr/>
          <p:nvPr/>
        </p:nvSpPr>
        <p:spPr>
          <a:xfrm rot="5400000">
            <a:off x="4419955" y="4620107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3</a:t>
            </a:r>
            <a:r>
              <a:rPr lang="en-US" altLang="ja-JP" sz="1000" dirty="0"/>
              <a:t>9</a:t>
            </a:r>
            <a:endParaRPr kumimoji="1" lang="ja-JP" altLang="en-US" sz="1000"/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13F3C4B5-06FC-D9F3-20A7-878F57A99B84}"/>
              </a:ext>
            </a:extLst>
          </p:cNvPr>
          <p:cNvSpPr/>
          <p:nvPr/>
        </p:nvSpPr>
        <p:spPr>
          <a:xfrm rot="5400000">
            <a:off x="4228588" y="4033709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84445611-C441-4B52-5C84-3EE68255450A}"/>
              </a:ext>
            </a:extLst>
          </p:cNvPr>
          <p:cNvSpPr/>
          <p:nvPr/>
        </p:nvSpPr>
        <p:spPr>
          <a:xfrm rot="5400000">
            <a:off x="7377015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2</a:t>
            </a:r>
            <a:endParaRPr kumimoji="1" lang="ja-JP" altLang="en-US" sz="1000"/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4ED33E50-6DCC-7FBC-227E-0DB32020B00C}"/>
              </a:ext>
            </a:extLst>
          </p:cNvPr>
          <p:cNvSpPr/>
          <p:nvPr/>
        </p:nvSpPr>
        <p:spPr>
          <a:xfrm rot="5400000">
            <a:off x="7221380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4</a:t>
            </a:r>
            <a:endParaRPr kumimoji="1" lang="ja-JP" altLang="en-US" sz="1000"/>
          </a:p>
        </p:txBody>
      </p:sp>
      <p:sp>
        <p:nvSpPr>
          <p:cNvPr id="335" name="正方形/長方形 334">
            <a:extLst>
              <a:ext uri="{FF2B5EF4-FFF2-40B4-BE49-F238E27FC236}">
                <a16:creationId xmlns:a16="http://schemas.microsoft.com/office/drawing/2014/main" id="{DF260265-A68A-2962-502D-EEA2A7C70075}"/>
              </a:ext>
            </a:extLst>
          </p:cNvPr>
          <p:cNvSpPr/>
          <p:nvPr/>
        </p:nvSpPr>
        <p:spPr>
          <a:xfrm rot="5400000">
            <a:off x="7065745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6</a:t>
            </a:r>
            <a:endParaRPr kumimoji="1" lang="ja-JP" altLang="en-US" sz="1000"/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E93C3165-A720-F5E8-34AF-F478E085075F}"/>
              </a:ext>
            </a:extLst>
          </p:cNvPr>
          <p:cNvSpPr/>
          <p:nvPr/>
        </p:nvSpPr>
        <p:spPr>
          <a:xfrm rot="5400000">
            <a:off x="6910110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8</a:t>
            </a:r>
            <a:endParaRPr kumimoji="1" lang="ja-JP" altLang="en-US" sz="1000"/>
          </a:p>
        </p:txBody>
      </p:sp>
      <p:sp>
        <p:nvSpPr>
          <p:cNvPr id="337" name="正方形/長方形 336">
            <a:extLst>
              <a:ext uri="{FF2B5EF4-FFF2-40B4-BE49-F238E27FC236}">
                <a16:creationId xmlns:a16="http://schemas.microsoft.com/office/drawing/2014/main" id="{DF170720-3B3C-98B6-A750-88D06A2DD82D}"/>
              </a:ext>
            </a:extLst>
          </p:cNvPr>
          <p:cNvSpPr/>
          <p:nvPr/>
        </p:nvSpPr>
        <p:spPr>
          <a:xfrm rot="5400000">
            <a:off x="6754476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10</a:t>
            </a:r>
            <a:endParaRPr kumimoji="1" lang="ja-JP" altLang="en-US" sz="1000"/>
          </a:p>
        </p:txBody>
      </p:sp>
      <p:sp>
        <p:nvSpPr>
          <p:cNvPr id="338" name="正方形/長方形 337">
            <a:extLst>
              <a:ext uri="{FF2B5EF4-FFF2-40B4-BE49-F238E27FC236}">
                <a16:creationId xmlns:a16="http://schemas.microsoft.com/office/drawing/2014/main" id="{E777264D-6DC5-B226-1D56-297446D31AED}"/>
              </a:ext>
            </a:extLst>
          </p:cNvPr>
          <p:cNvSpPr/>
          <p:nvPr/>
        </p:nvSpPr>
        <p:spPr>
          <a:xfrm rot="5400000">
            <a:off x="6598841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12</a:t>
            </a:r>
            <a:endParaRPr kumimoji="1" lang="ja-JP" altLang="en-US" sz="1000"/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9DF81834-1286-745C-866F-D209815B4065}"/>
              </a:ext>
            </a:extLst>
          </p:cNvPr>
          <p:cNvSpPr/>
          <p:nvPr/>
        </p:nvSpPr>
        <p:spPr>
          <a:xfrm rot="5400000">
            <a:off x="6443206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14</a:t>
            </a:r>
            <a:endParaRPr kumimoji="1" lang="ja-JP" altLang="en-US" sz="1000"/>
          </a:p>
        </p:txBody>
      </p:sp>
      <p:sp>
        <p:nvSpPr>
          <p:cNvPr id="340" name="正方形/長方形 339">
            <a:extLst>
              <a:ext uri="{FF2B5EF4-FFF2-40B4-BE49-F238E27FC236}">
                <a16:creationId xmlns:a16="http://schemas.microsoft.com/office/drawing/2014/main" id="{BC0A8F2B-8BC0-F8DB-15F4-E3C0903BC1C2}"/>
              </a:ext>
            </a:extLst>
          </p:cNvPr>
          <p:cNvSpPr/>
          <p:nvPr/>
        </p:nvSpPr>
        <p:spPr>
          <a:xfrm rot="5400000">
            <a:off x="6287571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16</a:t>
            </a:r>
            <a:endParaRPr kumimoji="1" lang="ja-JP" altLang="en-US" sz="1000"/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18F5C33A-3072-C579-4B26-9C9197552405}"/>
              </a:ext>
            </a:extLst>
          </p:cNvPr>
          <p:cNvSpPr/>
          <p:nvPr/>
        </p:nvSpPr>
        <p:spPr>
          <a:xfrm rot="5400000">
            <a:off x="6131937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18</a:t>
            </a:r>
            <a:endParaRPr kumimoji="1" lang="ja-JP" altLang="en-US" sz="1000"/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53767E9D-CE6D-B544-A543-50590EE6CD43}"/>
              </a:ext>
            </a:extLst>
          </p:cNvPr>
          <p:cNvSpPr/>
          <p:nvPr/>
        </p:nvSpPr>
        <p:spPr>
          <a:xfrm rot="5400000">
            <a:off x="5976302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20</a:t>
            </a:r>
            <a:endParaRPr kumimoji="1" lang="ja-JP" altLang="en-US" sz="1000"/>
          </a:p>
        </p:txBody>
      </p:sp>
      <p:sp>
        <p:nvSpPr>
          <p:cNvPr id="343" name="正方形/長方形 342">
            <a:extLst>
              <a:ext uri="{FF2B5EF4-FFF2-40B4-BE49-F238E27FC236}">
                <a16:creationId xmlns:a16="http://schemas.microsoft.com/office/drawing/2014/main" id="{CFBCE028-594B-3960-E66B-74E607376514}"/>
              </a:ext>
            </a:extLst>
          </p:cNvPr>
          <p:cNvSpPr/>
          <p:nvPr/>
        </p:nvSpPr>
        <p:spPr>
          <a:xfrm rot="5400000">
            <a:off x="5820667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22</a:t>
            </a:r>
            <a:endParaRPr kumimoji="1" lang="ja-JP" altLang="en-US" sz="1000"/>
          </a:p>
        </p:txBody>
      </p:sp>
      <p:sp>
        <p:nvSpPr>
          <p:cNvPr id="344" name="正方形/長方形 343">
            <a:extLst>
              <a:ext uri="{FF2B5EF4-FFF2-40B4-BE49-F238E27FC236}">
                <a16:creationId xmlns:a16="http://schemas.microsoft.com/office/drawing/2014/main" id="{22D251A9-FC8E-0C00-47E0-8991367170B4}"/>
              </a:ext>
            </a:extLst>
          </p:cNvPr>
          <p:cNvSpPr/>
          <p:nvPr/>
        </p:nvSpPr>
        <p:spPr>
          <a:xfrm rot="5400000">
            <a:off x="5665032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24</a:t>
            </a:r>
            <a:endParaRPr kumimoji="1" lang="ja-JP" altLang="en-US" sz="1000"/>
          </a:p>
        </p:txBody>
      </p:sp>
      <p:sp>
        <p:nvSpPr>
          <p:cNvPr id="345" name="正方形/長方形 344">
            <a:extLst>
              <a:ext uri="{FF2B5EF4-FFF2-40B4-BE49-F238E27FC236}">
                <a16:creationId xmlns:a16="http://schemas.microsoft.com/office/drawing/2014/main" id="{330A4C39-1A3D-4A02-7184-1747CED4A9B8}"/>
              </a:ext>
            </a:extLst>
          </p:cNvPr>
          <p:cNvSpPr/>
          <p:nvPr/>
        </p:nvSpPr>
        <p:spPr>
          <a:xfrm rot="5400000">
            <a:off x="5509398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26</a:t>
            </a:r>
            <a:endParaRPr kumimoji="1" lang="ja-JP" altLang="en-US" sz="1000"/>
          </a:p>
        </p:txBody>
      </p:sp>
      <p:sp>
        <p:nvSpPr>
          <p:cNvPr id="346" name="正方形/長方形 345">
            <a:extLst>
              <a:ext uri="{FF2B5EF4-FFF2-40B4-BE49-F238E27FC236}">
                <a16:creationId xmlns:a16="http://schemas.microsoft.com/office/drawing/2014/main" id="{64CF073C-2FA0-08A3-C459-DF057529928F}"/>
              </a:ext>
            </a:extLst>
          </p:cNvPr>
          <p:cNvSpPr/>
          <p:nvPr/>
        </p:nvSpPr>
        <p:spPr>
          <a:xfrm rot="5400000">
            <a:off x="5353763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28</a:t>
            </a:r>
            <a:endParaRPr kumimoji="1" lang="ja-JP" altLang="en-US" sz="1000"/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9B206576-C397-133F-1070-52999E233CA6}"/>
              </a:ext>
            </a:extLst>
          </p:cNvPr>
          <p:cNvSpPr/>
          <p:nvPr/>
        </p:nvSpPr>
        <p:spPr>
          <a:xfrm rot="5400000">
            <a:off x="5198128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30</a:t>
            </a:r>
            <a:endParaRPr kumimoji="1" lang="ja-JP" altLang="en-US" sz="1000"/>
          </a:p>
        </p:txBody>
      </p:sp>
      <p:sp>
        <p:nvSpPr>
          <p:cNvPr id="348" name="正方形/長方形 347">
            <a:extLst>
              <a:ext uri="{FF2B5EF4-FFF2-40B4-BE49-F238E27FC236}">
                <a16:creationId xmlns:a16="http://schemas.microsoft.com/office/drawing/2014/main" id="{D6A24134-4AC1-4833-5388-C34324F55D19}"/>
              </a:ext>
            </a:extLst>
          </p:cNvPr>
          <p:cNvSpPr/>
          <p:nvPr/>
        </p:nvSpPr>
        <p:spPr>
          <a:xfrm rot="5400000">
            <a:off x="5042493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32</a:t>
            </a:r>
            <a:endParaRPr kumimoji="1" lang="ja-JP" altLang="en-US" sz="1000"/>
          </a:p>
        </p:txBody>
      </p:sp>
      <p:sp>
        <p:nvSpPr>
          <p:cNvPr id="349" name="正方形/長方形 348">
            <a:extLst>
              <a:ext uri="{FF2B5EF4-FFF2-40B4-BE49-F238E27FC236}">
                <a16:creationId xmlns:a16="http://schemas.microsoft.com/office/drawing/2014/main" id="{111872DB-850A-59C3-B875-E3CA40E3C6E1}"/>
              </a:ext>
            </a:extLst>
          </p:cNvPr>
          <p:cNvSpPr/>
          <p:nvPr/>
        </p:nvSpPr>
        <p:spPr>
          <a:xfrm rot="5400000">
            <a:off x="4886859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34</a:t>
            </a:r>
            <a:endParaRPr kumimoji="1" lang="ja-JP" altLang="en-US" sz="1000"/>
          </a:p>
        </p:txBody>
      </p:sp>
      <p:sp>
        <p:nvSpPr>
          <p:cNvPr id="350" name="正方形/長方形 349">
            <a:extLst>
              <a:ext uri="{FF2B5EF4-FFF2-40B4-BE49-F238E27FC236}">
                <a16:creationId xmlns:a16="http://schemas.microsoft.com/office/drawing/2014/main" id="{B508925E-D328-5664-5379-248EB576337D}"/>
              </a:ext>
            </a:extLst>
          </p:cNvPr>
          <p:cNvSpPr/>
          <p:nvPr/>
        </p:nvSpPr>
        <p:spPr>
          <a:xfrm rot="5400000">
            <a:off x="4731224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3</a:t>
            </a:r>
            <a:r>
              <a:rPr lang="en-US" altLang="ja-JP" sz="1000" dirty="0"/>
              <a:t>6</a:t>
            </a:r>
            <a:endParaRPr kumimoji="1" lang="ja-JP" altLang="en-US" sz="1000"/>
          </a:p>
        </p:txBody>
      </p:sp>
      <p:sp>
        <p:nvSpPr>
          <p:cNvPr id="351" name="正方形/長方形 350">
            <a:extLst>
              <a:ext uri="{FF2B5EF4-FFF2-40B4-BE49-F238E27FC236}">
                <a16:creationId xmlns:a16="http://schemas.microsoft.com/office/drawing/2014/main" id="{AEA189F5-4678-4E88-8DC9-261A9C0379EF}"/>
              </a:ext>
            </a:extLst>
          </p:cNvPr>
          <p:cNvSpPr/>
          <p:nvPr/>
        </p:nvSpPr>
        <p:spPr>
          <a:xfrm rot="5400000">
            <a:off x="4575589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dirty="0"/>
              <a:t>3</a:t>
            </a:r>
            <a:r>
              <a:rPr lang="en-US" altLang="ja-JP" sz="1000" dirty="0"/>
              <a:t>8</a:t>
            </a:r>
            <a:endParaRPr kumimoji="1" lang="ja-JP" altLang="en-US" sz="1000"/>
          </a:p>
        </p:txBody>
      </p:sp>
      <p:sp>
        <p:nvSpPr>
          <p:cNvPr id="352" name="正方形/長方形 351">
            <a:extLst>
              <a:ext uri="{FF2B5EF4-FFF2-40B4-BE49-F238E27FC236}">
                <a16:creationId xmlns:a16="http://schemas.microsoft.com/office/drawing/2014/main" id="{9EF5A774-9566-C501-8A31-6A9D8A197EE8}"/>
              </a:ext>
            </a:extLst>
          </p:cNvPr>
          <p:cNvSpPr/>
          <p:nvPr/>
        </p:nvSpPr>
        <p:spPr>
          <a:xfrm rot="5400000">
            <a:off x="4419956" y="5015136"/>
            <a:ext cx="395029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dirty="0"/>
              <a:t>40</a:t>
            </a:r>
            <a:endParaRPr kumimoji="1" lang="ja-JP" altLang="en-US" sz="1000"/>
          </a:p>
        </p:txBody>
      </p:sp>
      <p:sp>
        <p:nvSpPr>
          <p:cNvPr id="353" name="正方形/長方形 352">
            <a:extLst>
              <a:ext uri="{FF2B5EF4-FFF2-40B4-BE49-F238E27FC236}">
                <a16:creationId xmlns:a16="http://schemas.microsoft.com/office/drawing/2014/main" id="{AAD10F89-7F92-5567-3060-23E773E597C6}"/>
              </a:ext>
            </a:extLst>
          </p:cNvPr>
          <p:cNvSpPr/>
          <p:nvPr/>
        </p:nvSpPr>
        <p:spPr>
          <a:xfrm rot="5400000">
            <a:off x="7185645" y="5607680"/>
            <a:ext cx="777765" cy="15563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5V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54" name="正方形/長方形 353">
            <a:extLst>
              <a:ext uri="{FF2B5EF4-FFF2-40B4-BE49-F238E27FC236}">
                <a16:creationId xmlns:a16="http://schemas.microsoft.com/office/drawing/2014/main" id="{A73DEF95-E149-1EA0-088C-3610556CEE47}"/>
              </a:ext>
            </a:extLst>
          </p:cNvPr>
          <p:cNvSpPr/>
          <p:nvPr/>
        </p:nvSpPr>
        <p:spPr>
          <a:xfrm rot="5400000">
            <a:off x="6874375" y="5607679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55" name="正方形/長方形 354">
            <a:extLst>
              <a:ext uri="{FF2B5EF4-FFF2-40B4-BE49-F238E27FC236}">
                <a16:creationId xmlns:a16="http://schemas.microsoft.com/office/drawing/2014/main" id="{EFCD1E77-76D2-63F0-694A-E0F7DB4421E9}"/>
              </a:ext>
            </a:extLst>
          </p:cNvPr>
          <p:cNvSpPr/>
          <p:nvPr/>
        </p:nvSpPr>
        <p:spPr>
          <a:xfrm rot="5400000">
            <a:off x="6718740" y="5607679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GPIO14</a:t>
            </a:r>
            <a:endParaRPr kumimoji="1" lang="ja-JP" altLang="en-US" sz="1000"/>
          </a:p>
        </p:txBody>
      </p:sp>
      <p:sp>
        <p:nvSpPr>
          <p:cNvPr id="356" name="正方形/長方形 355">
            <a:extLst>
              <a:ext uri="{FF2B5EF4-FFF2-40B4-BE49-F238E27FC236}">
                <a16:creationId xmlns:a16="http://schemas.microsoft.com/office/drawing/2014/main" id="{17A54375-8393-7FDA-90E0-F9A7AA8F8518}"/>
              </a:ext>
            </a:extLst>
          </p:cNvPr>
          <p:cNvSpPr/>
          <p:nvPr/>
        </p:nvSpPr>
        <p:spPr>
          <a:xfrm rot="5400000">
            <a:off x="6563106" y="560768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tx1"/>
                </a:solidFill>
              </a:rPr>
              <a:t>GPIO15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357" name="正方形/長方形 356">
            <a:extLst>
              <a:ext uri="{FF2B5EF4-FFF2-40B4-BE49-F238E27FC236}">
                <a16:creationId xmlns:a16="http://schemas.microsoft.com/office/drawing/2014/main" id="{DF81C8C5-FCAB-C5CA-42D9-2A5187642560}"/>
              </a:ext>
            </a:extLst>
          </p:cNvPr>
          <p:cNvSpPr/>
          <p:nvPr/>
        </p:nvSpPr>
        <p:spPr>
          <a:xfrm rot="5400000">
            <a:off x="6407471" y="560768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GPIO18</a:t>
            </a:r>
            <a:endParaRPr kumimoji="1" lang="ja-JP" altLang="en-US" sz="1000"/>
          </a:p>
        </p:txBody>
      </p:sp>
      <p:sp>
        <p:nvSpPr>
          <p:cNvPr id="358" name="正方形/長方形 357">
            <a:extLst>
              <a:ext uri="{FF2B5EF4-FFF2-40B4-BE49-F238E27FC236}">
                <a16:creationId xmlns:a16="http://schemas.microsoft.com/office/drawing/2014/main" id="{CF6990CA-7C48-EAFD-56F8-D038FAA51813}"/>
              </a:ext>
            </a:extLst>
          </p:cNvPr>
          <p:cNvSpPr/>
          <p:nvPr/>
        </p:nvSpPr>
        <p:spPr>
          <a:xfrm rot="5400000">
            <a:off x="6251836" y="5607679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59" name="正方形/長方形 358">
            <a:extLst>
              <a:ext uri="{FF2B5EF4-FFF2-40B4-BE49-F238E27FC236}">
                <a16:creationId xmlns:a16="http://schemas.microsoft.com/office/drawing/2014/main" id="{849AA056-E273-BEC4-D669-21A040D74F51}"/>
              </a:ext>
            </a:extLst>
          </p:cNvPr>
          <p:cNvSpPr/>
          <p:nvPr/>
        </p:nvSpPr>
        <p:spPr>
          <a:xfrm rot="5400000">
            <a:off x="6096201" y="5607679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GPIO2</a:t>
            </a:r>
            <a:r>
              <a:rPr lang="en-US" altLang="ja-JP" sz="1000" dirty="0"/>
              <a:t>3</a:t>
            </a:r>
            <a:endParaRPr kumimoji="1" lang="ja-JP" altLang="en-US" sz="1000"/>
          </a:p>
        </p:txBody>
      </p:sp>
      <p:sp>
        <p:nvSpPr>
          <p:cNvPr id="360" name="正方形/長方形 359">
            <a:extLst>
              <a:ext uri="{FF2B5EF4-FFF2-40B4-BE49-F238E27FC236}">
                <a16:creationId xmlns:a16="http://schemas.microsoft.com/office/drawing/2014/main" id="{CC71F559-5EE6-509B-514C-97F641790D9D}"/>
              </a:ext>
            </a:extLst>
          </p:cNvPr>
          <p:cNvSpPr/>
          <p:nvPr/>
        </p:nvSpPr>
        <p:spPr>
          <a:xfrm rot="5400000">
            <a:off x="5940567" y="560768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tx1"/>
                </a:solidFill>
              </a:rPr>
              <a:t>GPIO24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F8F70835-41D8-0500-E1CE-DDB254F5FB9D}"/>
              </a:ext>
            </a:extLst>
          </p:cNvPr>
          <p:cNvSpPr/>
          <p:nvPr/>
        </p:nvSpPr>
        <p:spPr>
          <a:xfrm rot="5400000">
            <a:off x="5784932" y="5607680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62" name="正方形/長方形 361">
            <a:extLst>
              <a:ext uri="{FF2B5EF4-FFF2-40B4-BE49-F238E27FC236}">
                <a16:creationId xmlns:a16="http://schemas.microsoft.com/office/drawing/2014/main" id="{7411790A-2BC3-AF85-9652-8DC7FBB671B6}"/>
              </a:ext>
            </a:extLst>
          </p:cNvPr>
          <p:cNvSpPr/>
          <p:nvPr/>
        </p:nvSpPr>
        <p:spPr>
          <a:xfrm rot="5400000">
            <a:off x="5629297" y="5607679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GPIO25</a:t>
            </a:r>
            <a:endParaRPr kumimoji="1" lang="ja-JP" altLang="en-US" sz="1000"/>
          </a:p>
        </p:txBody>
      </p:sp>
      <p:sp>
        <p:nvSpPr>
          <p:cNvPr id="363" name="正方形/長方形 362">
            <a:extLst>
              <a:ext uri="{FF2B5EF4-FFF2-40B4-BE49-F238E27FC236}">
                <a16:creationId xmlns:a16="http://schemas.microsoft.com/office/drawing/2014/main" id="{60DC210A-B232-70EB-AC15-76A6DF161E03}"/>
              </a:ext>
            </a:extLst>
          </p:cNvPr>
          <p:cNvSpPr/>
          <p:nvPr/>
        </p:nvSpPr>
        <p:spPr>
          <a:xfrm rot="5400000">
            <a:off x="5473662" y="5607679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GPIO8</a:t>
            </a:r>
            <a:endParaRPr kumimoji="1" lang="ja-JP" altLang="en-US" sz="1000"/>
          </a:p>
        </p:txBody>
      </p:sp>
      <p:sp>
        <p:nvSpPr>
          <p:cNvPr id="364" name="正方形/長方形 363">
            <a:extLst>
              <a:ext uri="{FF2B5EF4-FFF2-40B4-BE49-F238E27FC236}">
                <a16:creationId xmlns:a16="http://schemas.microsoft.com/office/drawing/2014/main" id="{B19A0728-B0F6-7DEE-7FB8-87111AEBBEDF}"/>
              </a:ext>
            </a:extLst>
          </p:cNvPr>
          <p:cNvSpPr/>
          <p:nvPr/>
        </p:nvSpPr>
        <p:spPr>
          <a:xfrm rot="5400000">
            <a:off x="5318028" y="560768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tx1"/>
                </a:solidFill>
              </a:rPr>
              <a:t>GPIO7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365" name="正方形/長方形 364">
            <a:extLst>
              <a:ext uri="{FF2B5EF4-FFF2-40B4-BE49-F238E27FC236}">
                <a16:creationId xmlns:a16="http://schemas.microsoft.com/office/drawing/2014/main" id="{3B5EF69B-B3F9-09EB-D3DA-D70BD005DA5F}"/>
              </a:ext>
            </a:extLst>
          </p:cNvPr>
          <p:cNvSpPr/>
          <p:nvPr/>
        </p:nvSpPr>
        <p:spPr>
          <a:xfrm rot="5400000">
            <a:off x="5162393" y="5607680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GPIO1</a:t>
            </a:r>
            <a:endParaRPr kumimoji="1" lang="ja-JP" altLang="en-US" sz="1000"/>
          </a:p>
        </p:txBody>
      </p:sp>
      <p:sp>
        <p:nvSpPr>
          <p:cNvPr id="366" name="正方形/長方形 365">
            <a:extLst>
              <a:ext uri="{FF2B5EF4-FFF2-40B4-BE49-F238E27FC236}">
                <a16:creationId xmlns:a16="http://schemas.microsoft.com/office/drawing/2014/main" id="{36FEE06E-66A3-0C59-6151-E872068C0443}"/>
              </a:ext>
            </a:extLst>
          </p:cNvPr>
          <p:cNvSpPr/>
          <p:nvPr/>
        </p:nvSpPr>
        <p:spPr>
          <a:xfrm rot="5400000">
            <a:off x="5006758" y="5607679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67" name="正方形/長方形 366">
            <a:extLst>
              <a:ext uri="{FF2B5EF4-FFF2-40B4-BE49-F238E27FC236}">
                <a16:creationId xmlns:a16="http://schemas.microsoft.com/office/drawing/2014/main" id="{77D54B81-2DE0-B0F7-04C8-0030D6D65C85}"/>
              </a:ext>
            </a:extLst>
          </p:cNvPr>
          <p:cNvSpPr/>
          <p:nvPr/>
        </p:nvSpPr>
        <p:spPr>
          <a:xfrm rot="5400000">
            <a:off x="4851123" y="5607679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GPIO12</a:t>
            </a:r>
            <a:endParaRPr kumimoji="1" lang="ja-JP" altLang="en-US" sz="1000"/>
          </a:p>
        </p:txBody>
      </p:sp>
      <p:sp>
        <p:nvSpPr>
          <p:cNvPr id="368" name="正方形/長方形 367">
            <a:extLst>
              <a:ext uri="{FF2B5EF4-FFF2-40B4-BE49-F238E27FC236}">
                <a16:creationId xmlns:a16="http://schemas.microsoft.com/office/drawing/2014/main" id="{FB50FCB2-3F86-8970-E860-4BFF7D14B04D}"/>
              </a:ext>
            </a:extLst>
          </p:cNvPr>
          <p:cNvSpPr/>
          <p:nvPr/>
        </p:nvSpPr>
        <p:spPr>
          <a:xfrm rot="5400000">
            <a:off x="4695489" y="5607680"/>
            <a:ext cx="777765" cy="15563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GND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sp>
        <p:nvSpPr>
          <p:cNvPr id="369" name="正方形/長方形 368">
            <a:extLst>
              <a:ext uri="{FF2B5EF4-FFF2-40B4-BE49-F238E27FC236}">
                <a16:creationId xmlns:a16="http://schemas.microsoft.com/office/drawing/2014/main" id="{2855E08E-D552-34AA-AEC2-307C576F376B}"/>
              </a:ext>
            </a:extLst>
          </p:cNvPr>
          <p:cNvSpPr/>
          <p:nvPr/>
        </p:nvSpPr>
        <p:spPr>
          <a:xfrm rot="5400000">
            <a:off x="4539854" y="5607679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/>
              <a:t>GPIO16</a:t>
            </a:r>
            <a:endParaRPr kumimoji="1" lang="ja-JP" altLang="en-US" sz="1000"/>
          </a:p>
        </p:txBody>
      </p:sp>
      <p:sp>
        <p:nvSpPr>
          <p:cNvPr id="370" name="正方形/長方形 369">
            <a:extLst>
              <a:ext uri="{FF2B5EF4-FFF2-40B4-BE49-F238E27FC236}">
                <a16:creationId xmlns:a16="http://schemas.microsoft.com/office/drawing/2014/main" id="{74F37867-7FD7-C4CC-AC93-F2D99C3F06B1}"/>
              </a:ext>
            </a:extLst>
          </p:cNvPr>
          <p:cNvSpPr/>
          <p:nvPr/>
        </p:nvSpPr>
        <p:spPr>
          <a:xfrm rot="5400000">
            <a:off x="4384219" y="5607679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/>
              <a:t>GPIO2</a:t>
            </a:r>
            <a:r>
              <a:rPr lang="en-US" altLang="ja-JP" sz="1000" dirty="0"/>
              <a:t>0</a:t>
            </a:r>
            <a:endParaRPr kumimoji="1" lang="ja-JP" altLang="en-US" sz="1000"/>
          </a:p>
        </p:txBody>
      </p:sp>
      <p:sp>
        <p:nvSpPr>
          <p:cNvPr id="371" name="正方形/長方形 370">
            <a:extLst>
              <a:ext uri="{FF2B5EF4-FFF2-40B4-BE49-F238E27FC236}">
                <a16:creationId xmlns:a16="http://schemas.microsoft.com/office/drawing/2014/main" id="{6F80BC00-2D16-E22C-FDCD-27FC3985606D}"/>
              </a:ext>
            </a:extLst>
          </p:cNvPr>
          <p:cNvSpPr/>
          <p:nvPr/>
        </p:nvSpPr>
        <p:spPr>
          <a:xfrm rot="5400000">
            <a:off x="4228588" y="5607678"/>
            <a:ext cx="777765" cy="1556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 sz="1000" dirty="0">
                <a:solidFill>
                  <a:schemeClr val="tx1"/>
                </a:solidFill>
              </a:rPr>
              <a:t>GPIO21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372" name="正方形/長方形 371">
            <a:extLst>
              <a:ext uri="{FF2B5EF4-FFF2-40B4-BE49-F238E27FC236}">
                <a16:creationId xmlns:a16="http://schemas.microsoft.com/office/drawing/2014/main" id="{E39E538B-49C0-A09B-0610-DC6AEA3D56D9}"/>
              </a:ext>
            </a:extLst>
          </p:cNvPr>
          <p:cNvSpPr/>
          <p:nvPr/>
        </p:nvSpPr>
        <p:spPr>
          <a:xfrm rot="5400000">
            <a:off x="7030013" y="5607679"/>
            <a:ext cx="777765" cy="15563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ja-JP" sz="1000" dirty="0">
                <a:solidFill>
                  <a:schemeClr val="bg1"/>
                </a:solidFill>
              </a:rPr>
              <a:t>5V</a:t>
            </a:r>
            <a:endParaRPr kumimoji="1" lang="ja-JP" altLang="en-US" sz="1000">
              <a:solidFill>
                <a:schemeClr val="bg1"/>
              </a:solidFill>
            </a:endParaRPr>
          </a:p>
        </p:txBody>
      </p:sp>
      <p:grpSp>
        <p:nvGrpSpPr>
          <p:cNvPr id="373" name="グループ化 372">
            <a:extLst>
              <a:ext uri="{FF2B5EF4-FFF2-40B4-BE49-F238E27FC236}">
                <a16:creationId xmlns:a16="http://schemas.microsoft.com/office/drawing/2014/main" id="{2983476D-68DE-C294-1581-2E6980B25F96}"/>
              </a:ext>
            </a:extLst>
          </p:cNvPr>
          <p:cNvGrpSpPr/>
          <p:nvPr/>
        </p:nvGrpSpPr>
        <p:grpSpPr>
          <a:xfrm rot="5400000">
            <a:off x="8950850" y="3352675"/>
            <a:ext cx="2351736" cy="3112695"/>
            <a:chOff x="4839122" y="1876509"/>
            <a:chExt cx="2351736" cy="3112695"/>
          </a:xfrm>
        </p:grpSpPr>
        <p:sp>
          <p:nvSpPr>
            <p:cNvPr id="374" name="正方形/長方形 373">
              <a:extLst>
                <a:ext uri="{FF2B5EF4-FFF2-40B4-BE49-F238E27FC236}">
                  <a16:creationId xmlns:a16="http://schemas.microsoft.com/office/drawing/2014/main" id="{1C26E627-7D2A-87FE-9A64-28E162272773}"/>
                </a:ext>
              </a:extLst>
            </p:cNvPr>
            <p:cNvSpPr/>
            <p:nvPr/>
          </p:nvSpPr>
          <p:spPr>
            <a:xfrm>
              <a:off x="4839124" y="1876511"/>
              <a:ext cx="777765" cy="15563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3V3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375" name="正方形/長方形 374">
              <a:extLst>
                <a:ext uri="{FF2B5EF4-FFF2-40B4-BE49-F238E27FC236}">
                  <a16:creationId xmlns:a16="http://schemas.microsoft.com/office/drawing/2014/main" id="{A79A47D8-BC9C-A814-A920-DC511BB9BA20}"/>
                </a:ext>
              </a:extLst>
            </p:cNvPr>
            <p:cNvSpPr/>
            <p:nvPr/>
          </p:nvSpPr>
          <p:spPr>
            <a:xfrm>
              <a:off x="4839124" y="2032146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SDA1</a:t>
              </a:r>
              <a:endParaRPr kumimoji="1" lang="ja-JP" altLang="en-US" sz="1000"/>
            </a:p>
          </p:txBody>
        </p:sp>
        <p:sp>
          <p:nvSpPr>
            <p:cNvPr id="376" name="正方形/長方形 375">
              <a:extLst>
                <a:ext uri="{FF2B5EF4-FFF2-40B4-BE49-F238E27FC236}">
                  <a16:creationId xmlns:a16="http://schemas.microsoft.com/office/drawing/2014/main" id="{A591AFBA-EB8C-D2C8-D230-C666C8F8CFF6}"/>
                </a:ext>
              </a:extLst>
            </p:cNvPr>
            <p:cNvSpPr/>
            <p:nvPr/>
          </p:nvSpPr>
          <p:spPr>
            <a:xfrm>
              <a:off x="4839123" y="2187781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SCL1</a:t>
              </a:r>
              <a:endParaRPr kumimoji="1" lang="ja-JP" altLang="en-US" sz="1000"/>
            </a:p>
          </p:txBody>
        </p:sp>
        <p:sp>
          <p:nvSpPr>
            <p:cNvPr id="377" name="正方形/長方形 376">
              <a:extLst>
                <a:ext uri="{FF2B5EF4-FFF2-40B4-BE49-F238E27FC236}">
                  <a16:creationId xmlns:a16="http://schemas.microsoft.com/office/drawing/2014/main" id="{4AA3B743-CDAC-EF3B-994D-174DA783F3E6}"/>
                </a:ext>
              </a:extLst>
            </p:cNvPr>
            <p:cNvSpPr/>
            <p:nvPr/>
          </p:nvSpPr>
          <p:spPr>
            <a:xfrm>
              <a:off x="4839123" y="2343416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GPIO4</a:t>
              </a:r>
              <a:endParaRPr kumimoji="1" lang="ja-JP" altLang="en-US" sz="1000"/>
            </a:p>
          </p:txBody>
        </p:sp>
        <p:sp>
          <p:nvSpPr>
            <p:cNvPr id="378" name="正方形/長方形 377">
              <a:extLst>
                <a:ext uri="{FF2B5EF4-FFF2-40B4-BE49-F238E27FC236}">
                  <a16:creationId xmlns:a16="http://schemas.microsoft.com/office/drawing/2014/main" id="{570F3A4D-AAEA-ED75-961B-DD2E6547B0C6}"/>
                </a:ext>
              </a:extLst>
            </p:cNvPr>
            <p:cNvSpPr/>
            <p:nvPr/>
          </p:nvSpPr>
          <p:spPr>
            <a:xfrm>
              <a:off x="5616888" y="1876510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zh-CN" sz="1000" dirty="0"/>
                <a:t>1</a:t>
              </a:r>
              <a:endParaRPr kumimoji="1" lang="ja-JP" altLang="en-US" sz="1000"/>
            </a:p>
          </p:txBody>
        </p:sp>
        <p:sp>
          <p:nvSpPr>
            <p:cNvPr id="379" name="正方形/長方形 378">
              <a:extLst>
                <a:ext uri="{FF2B5EF4-FFF2-40B4-BE49-F238E27FC236}">
                  <a16:creationId xmlns:a16="http://schemas.microsoft.com/office/drawing/2014/main" id="{D9DC3485-47F6-752B-0A49-57930F80E468}"/>
                </a:ext>
              </a:extLst>
            </p:cNvPr>
            <p:cNvSpPr/>
            <p:nvPr/>
          </p:nvSpPr>
          <p:spPr>
            <a:xfrm>
              <a:off x="5616888" y="2032145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zh-CN" sz="1000" dirty="0"/>
                <a:t>3</a:t>
              </a:r>
              <a:endParaRPr kumimoji="1" lang="ja-JP" altLang="en-US" sz="1000"/>
            </a:p>
          </p:txBody>
        </p:sp>
        <p:sp>
          <p:nvSpPr>
            <p:cNvPr id="380" name="正方形/長方形 379">
              <a:extLst>
                <a:ext uri="{FF2B5EF4-FFF2-40B4-BE49-F238E27FC236}">
                  <a16:creationId xmlns:a16="http://schemas.microsoft.com/office/drawing/2014/main" id="{285D6C52-99F9-12F7-C3F6-9919F226EA35}"/>
                </a:ext>
              </a:extLst>
            </p:cNvPr>
            <p:cNvSpPr/>
            <p:nvPr/>
          </p:nvSpPr>
          <p:spPr>
            <a:xfrm>
              <a:off x="5616888" y="2187780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zh-CN" sz="1000" dirty="0"/>
                <a:t>5</a:t>
              </a:r>
              <a:endParaRPr kumimoji="1" lang="ja-JP" altLang="en-US" sz="1000"/>
            </a:p>
          </p:txBody>
        </p:sp>
        <p:sp>
          <p:nvSpPr>
            <p:cNvPr id="381" name="正方形/長方形 380">
              <a:extLst>
                <a:ext uri="{FF2B5EF4-FFF2-40B4-BE49-F238E27FC236}">
                  <a16:creationId xmlns:a16="http://schemas.microsoft.com/office/drawing/2014/main" id="{DC2A724C-08C0-FAA7-E03E-A323FA544920}"/>
                </a:ext>
              </a:extLst>
            </p:cNvPr>
            <p:cNvSpPr/>
            <p:nvPr/>
          </p:nvSpPr>
          <p:spPr>
            <a:xfrm>
              <a:off x="5616888" y="2343415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zh-CN" sz="1000" dirty="0"/>
                <a:t>7</a:t>
              </a:r>
              <a:endParaRPr kumimoji="1" lang="ja-JP" altLang="en-US" sz="1000"/>
            </a:p>
          </p:txBody>
        </p:sp>
        <p:sp>
          <p:nvSpPr>
            <p:cNvPr id="382" name="正方形/長方形 381">
              <a:extLst>
                <a:ext uri="{FF2B5EF4-FFF2-40B4-BE49-F238E27FC236}">
                  <a16:creationId xmlns:a16="http://schemas.microsoft.com/office/drawing/2014/main" id="{47A2AB40-30C5-68D1-D21C-9F90E19865DC}"/>
                </a:ext>
              </a:extLst>
            </p:cNvPr>
            <p:cNvSpPr/>
            <p:nvPr/>
          </p:nvSpPr>
          <p:spPr>
            <a:xfrm>
              <a:off x="4839124" y="2499050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383" name="正方形/長方形 382">
              <a:extLst>
                <a:ext uri="{FF2B5EF4-FFF2-40B4-BE49-F238E27FC236}">
                  <a16:creationId xmlns:a16="http://schemas.microsoft.com/office/drawing/2014/main" id="{D089513E-01D3-8EB9-4A16-9EEBDC79F270}"/>
                </a:ext>
              </a:extLst>
            </p:cNvPr>
            <p:cNvSpPr/>
            <p:nvPr/>
          </p:nvSpPr>
          <p:spPr>
            <a:xfrm>
              <a:off x="4839124" y="2654685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GPIO17</a:t>
              </a:r>
              <a:endParaRPr kumimoji="1" lang="ja-JP" altLang="en-US" sz="1000"/>
            </a:p>
          </p:txBody>
        </p:sp>
        <p:sp>
          <p:nvSpPr>
            <p:cNvPr id="384" name="正方形/長方形 383">
              <a:extLst>
                <a:ext uri="{FF2B5EF4-FFF2-40B4-BE49-F238E27FC236}">
                  <a16:creationId xmlns:a16="http://schemas.microsoft.com/office/drawing/2014/main" id="{2668D0A4-4867-1E42-8DCF-96DFF7BDCBCF}"/>
                </a:ext>
              </a:extLst>
            </p:cNvPr>
            <p:cNvSpPr/>
            <p:nvPr/>
          </p:nvSpPr>
          <p:spPr>
            <a:xfrm>
              <a:off x="4839123" y="2810320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GPIO27</a:t>
              </a:r>
              <a:endParaRPr kumimoji="1" lang="ja-JP" altLang="en-US" sz="1000"/>
            </a:p>
          </p:txBody>
        </p:sp>
        <p:sp>
          <p:nvSpPr>
            <p:cNvPr id="385" name="正方形/長方形 384">
              <a:extLst>
                <a:ext uri="{FF2B5EF4-FFF2-40B4-BE49-F238E27FC236}">
                  <a16:creationId xmlns:a16="http://schemas.microsoft.com/office/drawing/2014/main" id="{1761363A-1817-9267-6CEE-39E77CDB5437}"/>
                </a:ext>
              </a:extLst>
            </p:cNvPr>
            <p:cNvSpPr/>
            <p:nvPr/>
          </p:nvSpPr>
          <p:spPr>
            <a:xfrm>
              <a:off x="4839123" y="2965955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GPIO22</a:t>
              </a:r>
              <a:endParaRPr kumimoji="1" lang="ja-JP" altLang="en-US" sz="1000"/>
            </a:p>
          </p:txBody>
        </p:sp>
        <p:sp>
          <p:nvSpPr>
            <p:cNvPr id="386" name="正方形/長方形 385">
              <a:extLst>
                <a:ext uri="{FF2B5EF4-FFF2-40B4-BE49-F238E27FC236}">
                  <a16:creationId xmlns:a16="http://schemas.microsoft.com/office/drawing/2014/main" id="{818F4FC0-C5F3-BFCF-C147-9D77BEC71604}"/>
                </a:ext>
              </a:extLst>
            </p:cNvPr>
            <p:cNvSpPr/>
            <p:nvPr/>
          </p:nvSpPr>
          <p:spPr>
            <a:xfrm>
              <a:off x="5616888" y="249904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9</a:t>
              </a:r>
              <a:endParaRPr kumimoji="1" lang="ja-JP" altLang="en-US" sz="1000"/>
            </a:p>
          </p:txBody>
        </p:sp>
        <p:sp>
          <p:nvSpPr>
            <p:cNvPr id="387" name="正方形/長方形 386">
              <a:extLst>
                <a:ext uri="{FF2B5EF4-FFF2-40B4-BE49-F238E27FC236}">
                  <a16:creationId xmlns:a16="http://schemas.microsoft.com/office/drawing/2014/main" id="{949DBC09-BD24-B3F4-8210-4E30FD04D7CD}"/>
                </a:ext>
              </a:extLst>
            </p:cNvPr>
            <p:cNvSpPr/>
            <p:nvPr/>
          </p:nvSpPr>
          <p:spPr>
            <a:xfrm>
              <a:off x="5616888" y="2654684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11</a:t>
              </a:r>
              <a:endParaRPr kumimoji="1" lang="ja-JP" altLang="en-US" sz="1000"/>
            </a:p>
          </p:txBody>
        </p:sp>
        <p:sp>
          <p:nvSpPr>
            <p:cNvPr id="388" name="正方形/長方形 387">
              <a:extLst>
                <a:ext uri="{FF2B5EF4-FFF2-40B4-BE49-F238E27FC236}">
                  <a16:creationId xmlns:a16="http://schemas.microsoft.com/office/drawing/2014/main" id="{5FEC54A1-EB8C-76AA-B5EF-47B1B777DDEE}"/>
                </a:ext>
              </a:extLst>
            </p:cNvPr>
            <p:cNvSpPr/>
            <p:nvPr/>
          </p:nvSpPr>
          <p:spPr>
            <a:xfrm>
              <a:off x="5616888" y="281031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13</a:t>
              </a:r>
              <a:endParaRPr kumimoji="1" lang="ja-JP" altLang="en-US" sz="1000"/>
            </a:p>
          </p:txBody>
        </p:sp>
        <p:sp>
          <p:nvSpPr>
            <p:cNvPr id="389" name="正方形/長方形 388">
              <a:extLst>
                <a:ext uri="{FF2B5EF4-FFF2-40B4-BE49-F238E27FC236}">
                  <a16:creationId xmlns:a16="http://schemas.microsoft.com/office/drawing/2014/main" id="{003E692D-AEB4-CF7D-4862-716F4B47EC22}"/>
                </a:ext>
              </a:extLst>
            </p:cNvPr>
            <p:cNvSpPr/>
            <p:nvPr/>
          </p:nvSpPr>
          <p:spPr>
            <a:xfrm>
              <a:off x="5616888" y="2965954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15</a:t>
              </a:r>
              <a:endParaRPr kumimoji="1" lang="ja-JP" altLang="en-US" sz="1000"/>
            </a:p>
          </p:txBody>
        </p:sp>
        <p:sp>
          <p:nvSpPr>
            <p:cNvPr id="390" name="正方形/長方形 389">
              <a:extLst>
                <a:ext uri="{FF2B5EF4-FFF2-40B4-BE49-F238E27FC236}">
                  <a16:creationId xmlns:a16="http://schemas.microsoft.com/office/drawing/2014/main" id="{3D10ECD1-10CE-F43F-F45F-49E2AB09E8C8}"/>
                </a:ext>
              </a:extLst>
            </p:cNvPr>
            <p:cNvSpPr/>
            <p:nvPr/>
          </p:nvSpPr>
          <p:spPr>
            <a:xfrm>
              <a:off x="4839124" y="3121589"/>
              <a:ext cx="777765" cy="15563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3V3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391" name="正方形/長方形 390">
              <a:extLst>
                <a:ext uri="{FF2B5EF4-FFF2-40B4-BE49-F238E27FC236}">
                  <a16:creationId xmlns:a16="http://schemas.microsoft.com/office/drawing/2014/main" id="{6CC99296-C00E-C4B3-387D-B5F2D00AF66E}"/>
                </a:ext>
              </a:extLst>
            </p:cNvPr>
            <p:cNvSpPr/>
            <p:nvPr/>
          </p:nvSpPr>
          <p:spPr>
            <a:xfrm>
              <a:off x="4839124" y="3277224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GPIO10</a:t>
              </a:r>
              <a:endParaRPr kumimoji="1" lang="ja-JP" altLang="en-US" sz="1000"/>
            </a:p>
          </p:txBody>
        </p:sp>
        <p:sp>
          <p:nvSpPr>
            <p:cNvPr id="392" name="正方形/長方形 391">
              <a:extLst>
                <a:ext uri="{FF2B5EF4-FFF2-40B4-BE49-F238E27FC236}">
                  <a16:creationId xmlns:a16="http://schemas.microsoft.com/office/drawing/2014/main" id="{77B3B585-87A4-CA57-041C-9A51C451E78B}"/>
                </a:ext>
              </a:extLst>
            </p:cNvPr>
            <p:cNvSpPr/>
            <p:nvPr/>
          </p:nvSpPr>
          <p:spPr>
            <a:xfrm>
              <a:off x="4839123" y="3432859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GPIO9</a:t>
              </a:r>
              <a:endParaRPr kumimoji="1" lang="ja-JP" altLang="en-US" sz="1000"/>
            </a:p>
          </p:txBody>
        </p:sp>
        <p:sp>
          <p:nvSpPr>
            <p:cNvPr id="393" name="正方形/長方形 392">
              <a:extLst>
                <a:ext uri="{FF2B5EF4-FFF2-40B4-BE49-F238E27FC236}">
                  <a16:creationId xmlns:a16="http://schemas.microsoft.com/office/drawing/2014/main" id="{BD90561B-8994-FCC8-DC3A-BF2A2E005392}"/>
                </a:ext>
              </a:extLst>
            </p:cNvPr>
            <p:cNvSpPr/>
            <p:nvPr/>
          </p:nvSpPr>
          <p:spPr>
            <a:xfrm>
              <a:off x="4839123" y="3588494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GPIO11</a:t>
              </a:r>
              <a:endParaRPr kumimoji="1" lang="ja-JP" altLang="en-US" sz="1000"/>
            </a:p>
          </p:txBody>
        </p:sp>
        <p:sp>
          <p:nvSpPr>
            <p:cNvPr id="394" name="正方形/長方形 393">
              <a:extLst>
                <a:ext uri="{FF2B5EF4-FFF2-40B4-BE49-F238E27FC236}">
                  <a16:creationId xmlns:a16="http://schemas.microsoft.com/office/drawing/2014/main" id="{EEE36833-BD22-10A0-F7B1-672B01A1A536}"/>
                </a:ext>
              </a:extLst>
            </p:cNvPr>
            <p:cNvSpPr/>
            <p:nvPr/>
          </p:nvSpPr>
          <p:spPr>
            <a:xfrm>
              <a:off x="5616888" y="312158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17</a:t>
              </a:r>
              <a:endParaRPr kumimoji="1" lang="ja-JP" altLang="en-US" sz="1000"/>
            </a:p>
          </p:txBody>
        </p:sp>
        <p:sp>
          <p:nvSpPr>
            <p:cNvPr id="395" name="正方形/長方形 394">
              <a:extLst>
                <a:ext uri="{FF2B5EF4-FFF2-40B4-BE49-F238E27FC236}">
                  <a16:creationId xmlns:a16="http://schemas.microsoft.com/office/drawing/2014/main" id="{85E2418C-D238-6658-1008-35F5C74092E9}"/>
                </a:ext>
              </a:extLst>
            </p:cNvPr>
            <p:cNvSpPr/>
            <p:nvPr/>
          </p:nvSpPr>
          <p:spPr>
            <a:xfrm>
              <a:off x="5616888" y="3277223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19</a:t>
              </a:r>
              <a:endParaRPr kumimoji="1" lang="ja-JP" altLang="en-US" sz="1000"/>
            </a:p>
          </p:txBody>
        </p:sp>
        <p:sp>
          <p:nvSpPr>
            <p:cNvPr id="396" name="正方形/長方形 395">
              <a:extLst>
                <a:ext uri="{FF2B5EF4-FFF2-40B4-BE49-F238E27FC236}">
                  <a16:creationId xmlns:a16="http://schemas.microsoft.com/office/drawing/2014/main" id="{CDAB97BF-BF37-39D1-0BCD-0F3C5048B850}"/>
                </a:ext>
              </a:extLst>
            </p:cNvPr>
            <p:cNvSpPr/>
            <p:nvPr/>
          </p:nvSpPr>
          <p:spPr>
            <a:xfrm>
              <a:off x="5616888" y="343285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21</a:t>
              </a:r>
              <a:endParaRPr kumimoji="1" lang="ja-JP" altLang="en-US" sz="1000"/>
            </a:p>
          </p:txBody>
        </p:sp>
        <p:sp>
          <p:nvSpPr>
            <p:cNvPr id="397" name="正方形/長方形 396">
              <a:extLst>
                <a:ext uri="{FF2B5EF4-FFF2-40B4-BE49-F238E27FC236}">
                  <a16:creationId xmlns:a16="http://schemas.microsoft.com/office/drawing/2014/main" id="{D307B976-0882-3FF7-8273-F8EFBFBB9373}"/>
                </a:ext>
              </a:extLst>
            </p:cNvPr>
            <p:cNvSpPr/>
            <p:nvPr/>
          </p:nvSpPr>
          <p:spPr>
            <a:xfrm>
              <a:off x="5616888" y="3588493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23</a:t>
              </a:r>
              <a:endParaRPr kumimoji="1" lang="ja-JP" altLang="en-US" sz="1000"/>
            </a:p>
          </p:txBody>
        </p:sp>
        <p:sp>
          <p:nvSpPr>
            <p:cNvPr id="398" name="正方形/長方形 397">
              <a:extLst>
                <a:ext uri="{FF2B5EF4-FFF2-40B4-BE49-F238E27FC236}">
                  <a16:creationId xmlns:a16="http://schemas.microsoft.com/office/drawing/2014/main" id="{A980A563-456B-6D05-08A1-D9007B2BE3CA}"/>
                </a:ext>
              </a:extLst>
            </p:cNvPr>
            <p:cNvSpPr/>
            <p:nvPr/>
          </p:nvSpPr>
          <p:spPr>
            <a:xfrm>
              <a:off x="4839124" y="3744128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399" name="正方形/長方形 398">
              <a:extLst>
                <a:ext uri="{FF2B5EF4-FFF2-40B4-BE49-F238E27FC236}">
                  <a16:creationId xmlns:a16="http://schemas.microsoft.com/office/drawing/2014/main" id="{54040020-0C16-1A7A-16C6-4C8A22DB7A9C}"/>
                </a:ext>
              </a:extLst>
            </p:cNvPr>
            <p:cNvSpPr/>
            <p:nvPr/>
          </p:nvSpPr>
          <p:spPr>
            <a:xfrm>
              <a:off x="4839124" y="3899763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GPIO0</a:t>
              </a:r>
              <a:endParaRPr kumimoji="1" lang="ja-JP" altLang="en-US" sz="1000"/>
            </a:p>
          </p:txBody>
        </p:sp>
        <p:sp>
          <p:nvSpPr>
            <p:cNvPr id="400" name="正方形/長方形 399">
              <a:extLst>
                <a:ext uri="{FF2B5EF4-FFF2-40B4-BE49-F238E27FC236}">
                  <a16:creationId xmlns:a16="http://schemas.microsoft.com/office/drawing/2014/main" id="{6EACF179-B341-19C6-6C02-B60DAB8706D8}"/>
                </a:ext>
              </a:extLst>
            </p:cNvPr>
            <p:cNvSpPr/>
            <p:nvPr/>
          </p:nvSpPr>
          <p:spPr>
            <a:xfrm>
              <a:off x="4839123" y="4055398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GPIO5</a:t>
              </a:r>
              <a:endParaRPr kumimoji="1" lang="ja-JP" altLang="en-US" sz="1000"/>
            </a:p>
          </p:txBody>
        </p:sp>
        <p:sp>
          <p:nvSpPr>
            <p:cNvPr id="401" name="正方形/長方形 400">
              <a:extLst>
                <a:ext uri="{FF2B5EF4-FFF2-40B4-BE49-F238E27FC236}">
                  <a16:creationId xmlns:a16="http://schemas.microsoft.com/office/drawing/2014/main" id="{2C72F739-3EF6-2E11-02A6-A70D4C6C9D56}"/>
                </a:ext>
              </a:extLst>
            </p:cNvPr>
            <p:cNvSpPr/>
            <p:nvPr/>
          </p:nvSpPr>
          <p:spPr>
            <a:xfrm>
              <a:off x="4839123" y="4211033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GPIO6</a:t>
              </a:r>
              <a:endParaRPr kumimoji="1" lang="ja-JP" altLang="en-US" sz="1000"/>
            </a:p>
          </p:txBody>
        </p:sp>
        <p:sp>
          <p:nvSpPr>
            <p:cNvPr id="402" name="正方形/長方形 401">
              <a:extLst>
                <a:ext uri="{FF2B5EF4-FFF2-40B4-BE49-F238E27FC236}">
                  <a16:creationId xmlns:a16="http://schemas.microsoft.com/office/drawing/2014/main" id="{76F84327-3BE0-E6BB-95D7-6F7FA78BD5D1}"/>
                </a:ext>
              </a:extLst>
            </p:cNvPr>
            <p:cNvSpPr/>
            <p:nvPr/>
          </p:nvSpPr>
          <p:spPr>
            <a:xfrm>
              <a:off x="5616888" y="3744127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25</a:t>
              </a:r>
              <a:endParaRPr kumimoji="1" lang="ja-JP" altLang="en-US" sz="1000"/>
            </a:p>
          </p:txBody>
        </p:sp>
        <p:sp>
          <p:nvSpPr>
            <p:cNvPr id="403" name="正方形/長方形 402">
              <a:extLst>
                <a:ext uri="{FF2B5EF4-FFF2-40B4-BE49-F238E27FC236}">
                  <a16:creationId xmlns:a16="http://schemas.microsoft.com/office/drawing/2014/main" id="{82E5CE15-1C42-087B-12FD-684881E17858}"/>
                </a:ext>
              </a:extLst>
            </p:cNvPr>
            <p:cNvSpPr/>
            <p:nvPr/>
          </p:nvSpPr>
          <p:spPr>
            <a:xfrm>
              <a:off x="5616888" y="3899762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2</a:t>
              </a:r>
              <a:r>
                <a:rPr lang="en-US" altLang="ja-JP" sz="1000" dirty="0"/>
                <a:t>7</a:t>
              </a:r>
              <a:endParaRPr kumimoji="1" lang="ja-JP" altLang="en-US" sz="1000"/>
            </a:p>
          </p:txBody>
        </p:sp>
        <p:sp>
          <p:nvSpPr>
            <p:cNvPr id="404" name="正方形/長方形 403">
              <a:extLst>
                <a:ext uri="{FF2B5EF4-FFF2-40B4-BE49-F238E27FC236}">
                  <a16:creationId xmlns:a16="http://schemas.microsoft.com/office/drawing/2014/main" id="{EDD51D94-ED00-81A1-27E8-46F5560A39EE}"/>
                </a:ext>
              </a:extLst>
            </p:cNvPr>
            <p:cNvSpPr/>
            <p:nvPr/>
          </p:nvSpPr>
          <p:spPr>
            <a:xfrm>
              <a:off x="5616888" y="4055397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29</a:t>
              </a:r>
              <a:endParaRPr kumimoji="1" lang="ja-JP" altLang="en-US" sz="1000"/>
            </a:p>
          </p:txBody>
        </p:sp>
        <p:sp>
          <p:nvSpPr>
            <p:cNvPr id="405" name="正方形/長方形 404">
              <a:extLst>
                <a:ext uri="{FF2B5EF4-FFF2-40B4-BE49-F238E27FC236}">
                  <a16:creationId xmlns:a16="http://schemas.microsoft.com/office/drawing/2014/main" id="{8C9ED58B-EFBF-65E3-3191-4515652DDAB5}"/>
                </a:ext>
              </a:extLst>
            </p:cNvPr>
            <p:cNvSpPr/>
            <p:nvPr/>
          </p:nvSpPr>
          <p:spPr>
            <a:xfrm>
              <a:off x="5616888" y="4211032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3</a:t>
              </a:r>
              <a:r>
                <a:rPr lang="en-US" altLang="ja-JP" sz="1000" dirty="0"/>
                <a:t>1</a:t>
              </a:r>
              <a:endParaRPr kumimoji="1" lang="ja-JP" altLang="en-US" sz="1000"/>
            </a:p>
          </p:txBody>
        </p:sp>
        <p:sp>
          <p:nvSpPr>
            <p:cNvPr id="406" name="正方形/長方形 405">
              <a:extLst>
                <a:ext uri="{FF2B5EF4-FFF2-40B4-BE49-F238E27FC236}">
                  <a16:creationId xmlns:a16="http://schemas.microsoft.com/office/drawing/2014/main" id="{BBF1D6AA-C9D3-A4FC-BA31-A79574E8D437}"/>
                </a:ext>
              </a:extLst>
            </p:cNvPr>
            <p:cNvSpPr/>
            <p:nvPr/>
          </p:nvSpPr>
          <p:spPr>
            <a:xfrm>
              <a:off x="4839124" y="4366667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GPIO13</a:t>
              </a:r>
              <a:endParaRPr kumimoji="1" lang="ja-JP" altLang="en-US" sz="1000"/>
            </a:p>
          </p:txBody>
        </p:sp>
        <p:sp>
          <p:nvSpPr>
            <p:cNvPr id="407" name="正方形/長方形 406">
              <a:extLst>
                <a:ext uri="{FF2B5EF4-FFF2-40B4-BE49-F238E27FC236}">
                  <a16:creationId xmlns:a16="http://schemas.microsoft.com/office/drawing/2014/main" id="{D00761EC-3BC1-9252-C244-ED92FF423E53}"/>
                </a:ext>
              </a:extLst>
            </p:cNvPr>
            <p:cNvSpPr/>
            <p:nvPr/>
          </p:nvSpPr>
          <p:spPr>
            <a:xfrm>
              <a:off x="4839123" y="4522302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GPIO19</a:t>
              </a:r>
              <a:endParaRPr kumimoji="1" lang="ja-JP" altLang="en-US" sz="1000"/>
            </a:p>
          </p:txBody>
        </p:sp>
        <p:sp>
          <p:nvSpPr>
            <p:cNvPr id="408" name="正方形/長方形 407">
              <a:extLst>
                <a:ext uri="{FF2B5EF4-FFF2-40B4-BE49-F238E27FC236}">
                  <a16:creationId xmlns:a16="http://schemas.microsoft.com/office/drawing/2014/main" id="{BA6F59DC-F1B2-82BA-E7BD-4DFFD6AF6DE3}"/>
                </a:ext>
              </a:extLst>
            </p:cNvPr>
            <p:cNvSpPr/>
            <p:nvPr/>
          </p:nvSpPr>
          <p:spPr>
            <a:xfrm>
              <a:off x="4839123" y="4677937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GPIO2</a:t>
              </a:r>
              <a:r>
                <a:rPr lang="en-US" altLang="ja-JP" sz="1000" dirty="0"/>
                <a:t>6</a:t>
              </a:r>
              <a:endParaRPr kumimoji="1" lang="ja-JP" altLang="en-US" sz="1000"/>
            </a:p>
          </p:txBody>
        </p:sp>
        <p:sp>
          <p:nvSpPr>
            <p:cNvPr id="409" name="正方形/長方形 408">
              <a:extLst>
                <a:ext uri="{FF2B5EF4-FFF2-40B4-BE49-F238E27FC236}">
                  <a16:creationId xmlns:a16="http://schemas.microsoft.com/office/drawing/2014/main" id="{EE3621CC-0A4A-A373-BA06-AED8E73AF91D}"/>
                </a:ext>
              </a:extLst>
            </p:cNvPr>
            <p:cNvSpPr/>
            <p:nvPr/>
          </p:nvSpPr>
          <p:spPr>
            <a:xfrm>
              <a:off x="5616888" y="4366666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33</a:t>
              </a:r>
              <a:endParaRPr kumimoji="1" lang="ja-JP" altLang="en-US" sz="1000"/>
            </a:p>
          </p:txBody>
        </p:sp>
        <p:sp>
          <p:nvSpPr>
            <p:cNvPr id="410" name="正方形/長方形 409">
              <a:extLst>
                <a:ext uri="{FF2B5EF4-FFF2-40B4-BE49-F238E27FC236}">
                  <a16:creationId xmlns:a16="http://schemas.microsoft.com/office/drawing/2014/main" id="{520EF2D1-8648-2E55-F71C-C962BD6B27E9}"/>
                </a:ext>
              </a:extLst>
            </p:cNvPr>
            <p:cNvSpPr/>
            <p:nvPr/>
          </p:nvSpPr>
          <p:spPr>
            <a:xfrm>
              <a:off x="5616888" y="4522301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35</a:t>
              </a:r>
              <a:endParaRPr kumimoji="1" lang="ja-JP" altLang="en-US" sz="1000"/>
            </a:p>
          </p:txBody>
        </p:sp>
        <p:sp>
          <p:nvSpPr>
            <p:cNvPr id="411" name="正方形/長方形 410">
              <a:extLst>
                <a:ext uri="{FF2B5EF4-FFF2-40B4-BE49-F238E27FC236}">
                  <a16:creationId xmlns:a16="http://schemas.microsoft.com/office/drawing/2014/main" id="{91DF5246-4F3C-9806-5184-FFBAA974B586}"/>
                </a:ext>
              </a:extLst>
            </p:cNvPr>
            <p:cNvSpPr/>
            <p:nvPr/>
          </p:nvSpPr>
          <p:spPr>
            <a:xfrm>
              <a:off x="5616888" y="4677936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37</a:t>
              </a:r>
              <a:endParaRPr kumimoji="1" lang="ja-JP" altLang="en-US" sz="1000"/>
            </a:p>
          </p:txBody>
        </p:sp>
        <p:sp>
          <p:nvSpPr>
            <p:cNvPr id="412" name="正方形/長方形 411">
              <a:extLst>
                <a:ext uri="{FF2B5EF4-FFF2-40B4-BE49-F238E27FC236}">
                  <a16:creationId xmlns:a16="http://schemas.microsoft.com/office/drawing/2014/main" id="{841BBC3F-4F29-9E29-7EED-4B6A8942140F}"/>
                </a:ext>
              </a:extLst>
            </p:cNvPr>
            <p:cNvSpPr/>
            <p:nvPr/>
          </p:nvSpPr>
          <p:spPr>
            <a:xfrm>
              <a:off x="5616888" y="483356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3</a:t>
              </a:r>
              <a:r>
                <a:rPr lang="en-US" altLang="ja-JP" sz="1000" dirty="0"/>
                <a:t>9</a:t>
              </a:r>
              <a:endParaRPr kumimoji="1" lang="ja-JP" altLang="en-US" sz="1000"/>
            </a:p>
          </p:txBody>
        </p:sp>
        <p:sp>
          <p:nvSpPr>
            <p:cNvPr id="413" name="正方形/長方形 412">
              <a:extLst>
                <a:ext uri="{FF2B5EF4-FFF2-40B4-BE49-F238E27FC236}">
                  <a16:creationId xmlns:a16="http://schemas.microsoft.com/office/drawing/2014/main" id="{897CD01C-D187-8094-79CB-3CE210D910E8}"/>
                </a:ext>
              </a:extLst>
            </p:cNvPr>
            <p:cNvSpPr/>
            <p:nvPr/>
          </p:nvSpPr>
          <p:spPr>
            <a:xfrm>
              <a:off x="4839122" y="4833568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14" name="正方形/長方形 413">
              <a:extLst>
                <a:ext uri="{FF2B5EF4-FFF2-40B4-BE49-F238E27FC236}">
                  <a16:creationId xmlns:a16="http://schemas.microsoft.com/office/drawing/2014/main" id="{F5CFB28D-73C0-6484-BB40-5605D7893A59}"/>
                </a:ext>
              </a:extLst>
            </p:cNvPr>
            <p:cNvSpPr/>
            <p:nvPr/>
          </p:nvSpPr>
          <p:spPr>
            <a:xfrm>
              <a:off x="6011917" y="187650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2</a:t>
              </a:r>
              <a:endParaRPr kumimoji="1" lang="ja-JP" altLang="en-US" sz="1000"/>
            </a:p>
          </p:txBody>
        </p:sp>
        <p:sp>
          <p:nvSpPr>
            <p:cNvPr id="415" name="正方形/長方形 414">
              <a:extLst>
                <a:ext uri="{FF2B5EF4-FFF2-40B4-BE49-F238E27FC236}">
                  <a16:creationId xmlns:a16="http://schemas.microsoft.com/office/drawing/2014/main" id="{6EE67641-3636-AA53-41E5-2D4116639D3D}"/>
                </a:ext>
              </a:extLst>
            </p:cNvPr>
            <p:cNvSpPr/>
            <p:nvPr/>
          </p:nvSpPr>
          <p:spPr>
            <a:xfrm>
              <a:off x="6011917" y="2032144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4</a:t>
              </a:r>
              <a:endParaRPr kumimoji="1" lang="ja-JP" altLang="en-US" sz="1000"/>
            </a:p>
          </p:txBody>
        </p:sp>
        <p:sp>
          <p:nvSpPr>
            <p:cNvPr id="416" name="正方形/長方形 415">
              <a:extLst>
                <a:ext uri="{FF2B5EF4-FFF2-40B4-BE49-F238E27FC236}">
                  <a16:creationId xmlns:a16="http://schemas.microsoft.com/office/drawing/2014/main" id="{8FD4D8A2-2F24-B364-9938-03CABD13C53A}"/>
                </a:ext>
              </a:extLst>
            </p:cNvPr>
            <p:cNvSpPr/>
            <p:nvPr/>
          </p:nvSpPr>
          <p:spPr>
            <a:xfrm>
              <a:off x="6011917" y="218777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6</a:t>
              </a:r>
              <a:endParaRPr kumimoji="1" lang="ja-JP" altLang="en-US" sz="1000"/>
            </a:p>
          </p:txBody>
        </p:sp>
        <p:sp>
          <p:nvSpPr>
            <p:cNvPr id="417" name="正方形/長方形 416">
              <a:extLst>
                <a:ext uri="{FF2B5EF4-FFF2-40B4-BE49-F238E27FC236}">
                  <a16:creationId xmlns:a16="http://schemas.microsoft.com/office/drawing/2014/main" id="{080F8176-610E-6C33-325A-B8D01390366C}"/>
                </a:ext>
              </a:extLst>
            </p:cNvPr>
            <p:cNvSpPr/>
            <p:nvPr/>
          </p:nvSpPr>
          <p:spPr>
            <a:xfrm>
              <a:off x="6011917" y="2343414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8</a:t>
              </a:r>
              <a:endParaRPr kumimoji="1" lang="ja-JP" altLang="en-US" sz="1000"/>
            </a:p>
          </p:txBody>
        </p:sp>
        <p:sp>
          <p:nvSpPr>
            <p:cNvPr id="418" name="正方形/長方形 417">
              <a:extLst>
                <a:ext uri="{FF2B5EF4-FFF2-40B4-BE49-F238E27FC236}">
                  <a16:creationId xmlns:a16="http://schemas.microsoft.com/office/drawing/2014/main" id="{9DD90485-78E0-8FB0-CF05-F9C4DCDBC0DA}"/>
                </a:ext>
              </a:extLst>
            </p:cNvPr>
            <p:cNvSpPr/>
            <p:nvPr/>
          </p:nvSpPr>
          <p:spPr>
            <a:xfrm>
              <a:off x="6011917" y="249904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10</a:t>
              </a:r>
              <a:endParaRPr kumimoji="1" lang="ja-JP" altLang="en-US" sz="1000"/>
            </a:p>
          </p:txBody>
        </p:sp>
        <p:sp>
          <p:nvSpPr>
            <p:cNvPr id="419" name="正方形/長方形 418">
              <a:extLst>
                <a:ext uri="{FF2B5EF4-FFF2-40B4-BE49-F238E27FC236}">
                  <a16:creationId xmlns:a16="http://schemas.microsoft.com/office/drawing/2014/main" id="{A8AC0C4C-A4D2-64AF-18FB-3BAF731B9F8B}"/>
                </a:ext>
              </a:extLst>
            </p:cNvPr>
            <p:cNvSpPr/>
            <p:nvPr/>
          </p:nvSpPr>
          <p:spPr>
            <a:xfrm>
              <a:off x="6011917" y="2654683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12</a:t>
              </a:r>
              <a:endParaRPr kumimoji="1" lang="ja-JP" altLang="en-US" sz="1000"/>
            </a:p>
          </p:txBody>
        </p:sp>
        <p:sp>
          <p:nvSpPr>
            <p:cNvPr id="420" name="正方形/長方形 419">
              <a:extLst>
                <a:ext uri="{FF2B5EF4-FFF2-40B4-BE49-F238E27FC236}">
                  <a16:creationId xmlns:a16="http://schemas.microsoft.com/office/drawing/2014/main" id="{BDD2D017-492A-A6B0-C167-481E73483C7C}"/>
                </a:ext>
              </a:extLst>
            </p:cNvPr>
            <p:cNvSpPr/>
            <p:nvPr/>
          </p:nvSpPr>
          <p:spPr>
            <a:xfrm>
              <a:off x="6011917" y="281031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14</a:t>
              </a:r>
              <a:endParaRPr kumimoji="1" lang="ja-JP" altLang="en-US" sz="1000"/>
            </a:p>
          </p:txBody>
        </p:sp>
        <p:sp>
          <p:nvSpPr>
            <p:cNvPr id="421" name="正方形/長方形 420">
              <a:extLst>
                <a:ext uri="{FF2B5EF4-FFF2-40B4-BE49-F238E27FC236}">
                  <a16:creationId xmlns:a16="http://schemas.microsoft.com/office/drawing/2014/main" id="{7521B44E-6200-F39F-E16D-A84AB523572C}"/>
                </a:ext>
              </a:extLst>
            </p:cNvPr>
            <p:cNvSpPr/>
            <p:nvPr/>
          </p:nvSpPr>
          <p:spPr>
            <a:xfrm>
              <a:off x="6011917" y="2965953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16</a:t>
              </a:r>
              <a:endParaRPr kumimoji="1" lang="ja-JP" altLang="en-US" sz="1000"/>
            </a:p>
          </p:txBody>
        </p:sp>
        <p:sp>
          <p:nvSpPr>
            <p:cNvPr id="422" name="正方形/長方形 421">
              <a:extLst>
                <a:ext uri="{FF2B5EF4-FFF2-40B4-BE49-F238E27FC236}">
                  <a16:creationId xmlns:a16="http://schemas.microsoft.com/office/drawing/2014/main" id="{DC625030-1D9E-48A6-C398-58D94DFDBF40}"/>
                </a:ext>
              </a:extLst>
            </p:cNvPr>
            <p:cNvSpPr/>
            <p:nvPr/>
          </p:nvSpPr>
          <p:spPr>
            <a:xfrm>
              <a:off x="6011917" y="3121587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18</a:t>
              </a:r>
              <a:endParaRPr kumimoji="1" lang="ja-JP" altLang="en-US" sz="1000"/>
            </a:p>
          </p:txBody>
        </p:sp>
        <p:sp>
          <p:nvSpPr>
            <p:cNvPr id="423" name="正方形/長方形 422">
              <a:extLst>
                <a:ext uri="{FF2B5EF4-FFF2-40B4-BE49-F238E27FC236}">
                  <a16:creationId xmlns:a16="http://schemas.microsoft.com/office/drawing/2014/main" id="{5041AF8B-6444-FC14-4816-AF6A0B63B26B}"/>
                </a:ext>
              </a:extLst>
            </p:cNvPr>
            <p:cNvSpPr/>
            <p:nvPr/>
          </p:nvSpPr>
          <p:spPr>
            <a:xfrm>
              <a:off x="6011917" y="3277222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20</a:t>
              </a:r>
              <a:endParaRPr kumimoji="1" lang="ja-JP" altLang="en-US" sz="1000"/>
            </a:p>
          </p:txBody>
        </p:sp>
        <p:sp>
          <p:nvSpPr>
            <p:cNvPr id="424" name="正方形/長方形 423">
              <a:extLst>
                <a:ext uri="{FF2B5EF4-FFF2-40B4-BE49-F238E27FC236}">
                  <a16:creationId xmlns:a16="http://schemas.microsoft.com/office/drawing/2014/main" id="{5B8C5654-252C-4FDC-413D-A9BE6E89F359}"/>
                </a:ext>
              </a:extLst>
            </p:cNvPr>
            <p:cNvSpPr/>
            <p:nvPr/>
          </p:nvSpPr>
          <p:spPr>
            <a:xfrm>
              <a:off x="6011917" y="3432857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22</a:t>
              </a:r>
              <a:endParaRPr kumimoji="1" lang="ja-JP" altLang="en-US" sz="1000"/>
            </a:p>
          </p:txBody>
        </p:sp>
        <p:sp>
          <p:nvSpPr>
            <p:cNvPr id="425" name="正方形/長方形 424">
              <a:extLst>
                <a:ext uri="{FF2B5EF4-FFF2-40B4-BE49-F238E27FC236}">
                  <a16:creationId xmlns:a16="http://schemas.microsoft.com/office/drawing/2014/main" id="{40FA4DDF-8C7A-5C83-3607-5972D5ACCCFB}"/>
                </a:ext>
              </a:extLst>
            </p:cNvPr>
            <p:cNvSpPr/>
            <p:nvPr/>
          </p:nvSpPr>
          <p:spPr>
            <a:xfrm>
              <a:off x="6011917" y="3588492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24</a:t>
              </a:r>
              <a:endParaRPr kumimoji="1" lang="ja-JP" altLang="en-US" sz="1000"/>
            </a:p>
          </p:txBody>
        </p:sp>
        <p:sp>
          <p:nvSpPr>
            <p:cNvPr id="426" name="正方形/長方形 425">
              <a:extLst>
                <a:ext uri="{FF2B5EF4-FFF2-40B4-BE49-F238E27FC236}">
                  <a16:creationId xmlns:a16="http://schemas.microsoft.com/office/drawing/2014/main" id="{4318BA4F-77D2-E0EC-3E85-05C08B5BD17C}"/>
                </a:ext>
              </a:extLst>
            </p:cNvPr>
            <p:cNvSpPr/>
            <p:nvPr/>
          </p:nvSpPr>
          <p:spPr>
            <a:xfrm>
              <a:off x="6011917" y="3744126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26</a:t>
              </a:r>
              <a:endParaRPr kumimoji="1" lang="ja-JP" altLang="en-US" sz="1000"/>
            </a:p>
          </p:txBody>
        </p:sp>
        <p:sp>
          <p:nvSpPr>
            <p:cNvPr id="427" name="正方形/長方形 426">
              <a:extLst>
                <a:ext uri="{FF2B5EF4-FFF2-40B4-BE49-F238E27FC236}">
                  <a16:creationId xmlns:a16="http://schemas.microsoft.com/office/drawing/2014/main" id="{9637C585-8989-EB69-DF7E-C10FD62CCE00}"/>
                </a:ext>
              </a:extLst>
            </p:cNvPr>
            <p:cNvSpPr/>
            <p:nvPr/>
          </p:nvSpPr>
          <p:spPr>
            <a:xfrm>
              <a:off x="6011917" y="3899761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28</a:t>
              </a:r>
              <a:endParaRPr kumimoji="1" lang="ja-JP" altLang="en-US" sz="1000"/>
            </a:p>
          </p:txBody>
        </p:sp>
        <p:sp>
          <p:nvSpPr>
            <p:cNvPr id="428" name="正方形/長方形 427">
              <a:extLst>
                <a:ext uri="{FF2B5EF4-FFF2-40B4-BE49-F238E27FC236}">
                  <a16:creationId xmlns:a16="http://schemas.microsoft.com/office/drawing/2014/main" id="{BF075B17-67E1-A68B-F831-DAA7CC9A4F49}"/>
                </a:ext>
              </a:extLst>
            </p:cNvPr>
            <p:cNvSpPr/>
            <p:nvPr/>
          </p:nvSpPr>
          <p:spPr>
            <a:xfrm>
              <a:off x="6011917" y="4055396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30</a:t>
              </a:r>
              <a:endParaRPr kumimoji="1" lang="ja-JP" altLang="en-US" sz="1000"/>
            </a:p>
          </p:txBody>
        </p:sp>
        <p:sp>
          <p:nvSpPr>
            <p:cNvPr id="429" name="正方形/長方形 428">
              <a:extLst>
                <a:ext uri="{FF2B5EF4-FFF2-40B4-BE49-F238E27FC236}">
                  <a16:creationId xmlns:a16="http://schemas.microsoft.com/office/drawing/2014/main" id="{DCE8FF2C-97D1-F3D9-D549-5D5C72B424BF}"/>
                </a:ext>
              </a:extLst>
            </p:cNvPr>
            <p:cNvSpPr/>
            <p:nvPr/>
          </p:nvSpPr>
          <p:spPr>
            <a:xfrm>
              <a:off x="6011917" y="4211031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32</a:t>
              </a:r>
              <a:endParaRPr kumimoji="1" lang="ja-JP" altLang="en-US" sz="1000"/>
            </a:p>
          </p:txBody>
        </p:sp>
        <p:sp>
          <p:nvSpPr>
            <p:cNvPr id="430" name="正方形/長方形 429">
              <a:extLst>
                <a:ext uri="{FF2B5EF4-FFF2-40B4-BE49-F238E27FC236}">
                  <a16:creationId xmlns:a16="http://schemas.microsoft.com/office/drawing/2014/main" id="{834DF5C1-F467-BF6A-CE1B-44BF7C1AB1F5}"/>
                </a:ext>
              </a:extLst>
            </p:cNvPr>
            <p:cNvSpPr/>
            <p:nvPr/>
          </p:nvSpPr>
          <p:spPr>
            <a:xfrm>
              <a:off x="6011917" y="4366665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34</a:t>
              </a:r>
              <a:endParaRPr kumimoji="1" lang="ja-JP" altLang="en-US" sz="1000"/>
            </a:p>
          </p:txBody>
        </p:sp>
        <p:sp>
          <p:nvSpPr>
            <p:cNvPr id="431" name="正方形/長方形 430">
              <a:extLst>
                <a:ext uri="{FF2B5EF4-FFF2-40B4-BE49-F238E27FC236}">
                  <a16:creationId xmlns:a16="http://schemas.microsoft.com/office/drawing/2014/main" id="{3BA04C0F-52FF-6DCA-E21F-A7B10BC22A1A}"/>
                </a:ext>
              </a:extLst>
            </p:cNvPr>
            <p:cNvSpPr/>
            <p:nvPr/>
          </p:nvSpPr>
          <p:spPr>
            <a:xfrm>
              <a:off x="6011917" y="4522300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3</a:t>
              </a:r>
              <a:r>
                <a:rPr lang="en-US" altLang="ja-JP" sz="1000" dirty="0"/>
                <a:t>6</a:t>
              </a:r>
              <a:endParaRPr kumimoji="1" lang="ja-JP" altLang="en-US" sz="1000"/>
            </a:p>
          </p:txBody>
        </p:sp>
        <p:sp>
          <p:nvSpPr>
            <p:cNvPr id="432" name="正方形/長方形 431">
              <a:extLst>
                <a:ext uri="{FF2B5EF4-FFF2-40B4-BE49-F238E27FC236}">
                  <a16:creationId xmlns:a16="http://schemas.microsoft.com/office/drawing/2014/main" id="{9B18D814-0C94-0281-CCCF-7CCB041B9FC6}"/>
                </a:ext>
              </a:extLst>
            </p:cNvPr>
            <p:cNvSpPr/>
            <p:nvPr/>
          </p:nvSpPr>
          <p:spPr>
            <a:xfrm>
              <a:off x="6011917" y="4677935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3</a:t>
              </a:r>
              <a:r>
                <a:rPr lang="en-US" altLang="ja-JP" sz="1000" dirty="0"/>
                <a:t>8</a:t>
              </a:r>
              <a:endParaRPr kumimoji="1" lang="ja-JP" altLang="en-US" sz="1000"/>
            </a:p>
          </p:txBody>
        </p:sp>
        <p:sp>
          <p:nvSpPr>
            <p:cNvPr id="433" name="正方形/長方形 432">
              <a:extLst>
                <a:ext uri="{FF2B5EF4-FFF2-40B4-BE49-F238E27FC236}">
                  <a16:creationId xmlns:a16="http://schemas.microsoft.com/office/drawing/2014/main" id="{D123E72B-847C-0736-B3EF-CBB2210DC36C}"/>
                </a:ext>
              </a:extLst>
            </p:cNvPr>
            <p:cNvSpPr/>
            <p:nvPr/>
          </p:nvSpPr>
          <p:spPr>
            <a:xfrm>
              <a:off x="6011917" y="483356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40</a:t>
              </a:r>
              <a:endParaRPr kumimoji="1" lang="ja-JP" altLang="en-US" sz="1000"/>
            </a:p>
          </p:txBody>
        </p:sp>
        <p:sp>
          <p:nvSpPr>
            <p:cNvPr id="434" name="正方形/長方形 433">
              <a:extLst>
                <a:ext uri="{FF2B5EF4-FFF2-40B4-BE49-F238E27FC236}">
                  <a16:creationId xmlns:a16="http://schemas.microsoft.com/office/drawing/2014/main" id="{CFD40AD9-7B86-DDFE-BC18-4EC948AC91E9}"/>
                </a:ext>
              </a:extLst>
            </p:cNvPr>
            <p:cNvSpPr/>
            <p:nvPr/>
          </p:nvSpPr>
          <p:spPr>
            <a:xfrm>
              <a:off x="6413093" y="1876511"/>
              <a:ext cx="777765" cy="15563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5V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35" name="正方形/長方形 434">
              <a:extLst>
                <a:ext uri="{FF2B5EF4-FFF2-40B4-BE49-F238E27FC236}">
                  <a16:creationId xmlns:a16="http://schemas.microsoft.com/office/drawing/2014/main" id="{329D8D9E-915F-6AF6-EA69-C77FC1B3861B}"/>
                </a:ext>
              </a:extLst>
            </p:cNvPr>
            <p:cNvSpPr/>
            <p:nvPr/>
          </p:nvSpPr>
          <p:spPr>
            <a:xfrm>
              <a:off x="6413092" y="2187781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36" name="正方形/長方形 435">
              <a:extLst>
                <a:ext uri="{FF2B5EF4-FFF2-40B4-BE49-F238E27FC236}">
                  <a16:creationId xmlns:a16="http://schemas.microsoft.com/office/drawing/2014/main" id="{28853F47-F3D1-BE5E-B678-5CF04F6F9ADA}"/>
                </a:ext>
              </a:extLst>
            </p:cNvPr>
            <p:cNvSpPr/>
            <p:nvPr/>
          </p:nvSpPr>
          <p:spPr>
            <a:xfrm>
              <a:off x="6413092" y="2343416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TX</a:t>
              </a:r>
              <a:endParaRPr kumimoji="1" lang="ja-JP" altLang="en-US" sz="1000"/>
            </a:p>
          </p:txBody>
        </p:sp>
        <p:sp>
          <p:nvSpPr>
            <p:cNvPr id="437" name="正方形/長方形 436">
              <a:extLst>
                <a:ext uri="{FF2B5EF4-FFF2-40B4-BE49-F238E27FC236}">
                  <a16:creationId xmlns:a16="http://schemas.microsoft.com/office/drawing/2014/main" id="{C7F67AFA-B091-1A79-0EE3-4842C9C67840}"/>
                </a:ext>
              </a:extLst>
            </p:cNvPr>
            <p:cNvSpPr/>
            <p:nvPr/>
          </p:nvSpPr>
          <p:spPr>
            <a:xfrm>
              <a:off x="6413093" y="2499050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tx1"/>
                  </a:solidFill>
                </a:rPr>
                <a:t>RX</a:t>
              </a:r>
              <a:endParaRPr kumimoji="1" lang="ja-JP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38" name="正方形/長方形 437">
              <a:extLst>
                <a:ext uri="{FF2B5EF4-FFF2-40B4-BE49-F238E27FC236}">
                  <a16:creationId xmlns:a16="http://schemas.microsoft.com/office/drawing/2014/main" id="{447076B7-C755-8107-C984-70E778D103ED}"/>
                </a:ext>
              </a:extLst>
            </p:cNvPr>
            <p:cNvSpPr/>
            <p:nvPr/>
          </p:nvSpPr>
          <p:spPr>
            <a:xfrm>
              <a:off x="6413093" y="2654685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GPIO18</a:t>
              </a:r>
              <a:endParaRPr kumimoji="1" lang="ja-JP" altLang="en-US" sz="1000"/>
            </a:p>
          </p:txBody>
        </p:sp>
        <p:sp>
          <p:nvSpPr>
            <p:cNvPr id="439" name="正方形/長方形 438">
              <a:extLst>
                <a:ext uri="{FF2B5EF4-FFF2-40B4-BE49-F238E27FC236}">
                  <a16:creationId xmlns:a16="http://schemas.microsoft.com/office/drawing/2014/main" id="{1CA5EE64-1355-FFBF-A032-E76A4A4F6D56}"/>
                </a:ext>
              </a:extLst>
            </p:cNvPr>
            <p:cNvSpPr/>
            <p:nvPr/>
          </p:nvSpPr>
          <p:spPr>
            <a:xfrm>
              <a:off x="6413092" y="2810320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40" name="正方形/長方形 439">
              <a:extLst>
                <a:ext uri="{FF2B5EF4-FFF2-40B4-BE49-F238E27FC236}">
                  <a16:creationId xmlns:a16="http://schemas.microsoft.com/office/drawing/2014/main" id="{91CC13C1-8CA8-6683-44CE-26FCB71C39F2}"/>
                </a:ext>
              </a:extLst>
            </p:cNvPr>
            <p:cNvSpPr/>
            <p:nvPr/>
          </p:nvSpPr>
          <p:spPr>
            <a:xfrm>
              <a:off x="6413092" y="2965955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GPIO2</a:t>
              </a:r>
              <a:r>
                <a:rPr lang="en-US" altLang="ja-JP" sz="1000" dirty="0"/>
                <a:t>3</a:t>
              </a:r>
              <a:endParaRPr kumimoji="1" lang="ja-JP" altLang="en-US" sz="1000"/>
            </a:p>
          </p:txBody>
        </p:sp>
        <p:sp>
          <p:nvSpPr>
            <p:cNvPr id="441" name="正方形/長方形 440">
              <a:extLst>
                <a:ext uri="{FF2B5EF4-FFF2-40B4-BE49-F238E27FC236}">
                  <a16:creationId xmlns:a16="http://schemas.microsoft.com/office/drawing/2014/main" id="{C6BBF49E-C40D-D304-A73B-C7BB2EA1E63F}"/>
                </a:ext>
              </a:extLst>
            </p:cNvPr>
            <p:cNvSpPr/>
            <p:nvPr/>
          </p:nvSpPr>
          <p:spPr>
            <a:xfrm>
              <a:off x="6413093" y="3121589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tx1"/>
                  </a:solidFill>
                </a:rPr>
                <a:t>GPIO24</a:t>
              </a:r>
              <a:endParaRPr kumimoji="1" lang="ja-JP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42" name="正方形/長方形 441">
              <a:extLst>
                <a:ext uri="{FF2B5EF4-FFF2-40B4-BE49-F238E27FC236}">
                  <a16:creationId xmlns:a16="http://schemas.microsoft.com/office/drawing/2014/main" id="{4A4E69FA-4B58-D23E-80E7-0069DC1B6013}"/>
                </a:ext>
              </a:extLst>
            </p:cNvPr>
            <p:cNvSpPr/>
            <p:nvPr/>
          </p:nvSpPr>
          <p:spPr>
            <a:xfrm>
              <a:off x="6413093" y="3277224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43" name="正方形/長方形 442">
              <a:extLst>
                <a:ext uri="{FF2B5EF4-FFF2-40B4-BE49-F238E27FC236}">
                  <a16:creationId xmlns:a16="http://schemas.microsoft.com/office/drawing/2014/main" id="{79ECA8CF-7DA7-539D-DE18-CDA4895AC3B2}"/>
                </a:ext>
              </a:extLst>
            </p:cNvPr>
            <p:cNvSpPr/>
            <p:nvPr/>
          </p:nvSpPr>
          <p:spPr>
            <a:xfrm>
              <a:off x="6413092" y="3432859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GPIO25</a:t>
              </a:r>
              <a:endParaRPr kumimoji="1" lang="ja-JP" altLang="en-US" sz="1000"/>
            </a:p>
          </p:txBody>
        </p:sp>
        <p:sp>
          <p:nvSpPr>
            <p:cNvPr id="444" name="正方形/長方形 443">
              <a:extLst>
                <a:ext uri="{FF2B5EF4-FFF2-40B4-BE49-F238E27FC236}">
                  <a16:creationId xmlns:a16="http://schemas.microsoft.com/office/drawing/2014/main" id="{6E6C5A77-3B7F-4AA3-838A-A615FB4A8CF4}"/>
                </a:ext>
              </a:extLst>
            </p:cNvPr>
            <p:cNvSpPr/>
            <p:nvPr/>
          </p:nvSpPr>
          <p:spPr>
            <a:xfrm>
              <a:off x="6413092" y="3588494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GPIO8</a:t>
              </a:r>
              <a:endParaRPr kumimoji="1" lang="ja-JP" altLang="en-US" sz="1000"/>
            </a:p>
          </p:txBody>
        </p:sp>
        <p:sp>
          <p:nvSpPr>
            <p:cNvPr id="445" name="正方形/長方形 444">
              <a:extLst>
                <a:ext uri="{FF2B5EF4-FFF2-40B4-BE49-F238E27FC236}">
                  <a16:creationId xmlns:a16="http://schemas.microsoft.com/office/drawing/2014/main" id="{0E03D7B0-CE69-7203-848A-7FBE581EA86E}"/>
                </a:ext>
              </a:extLst>
            </p:cNvPr>
            <p:cNvSpPr/>
            <p:nvPr/>
          </p:nvSpPr>
          <p:spPr>
            <a:xfrm>
              <a:off x="6413093" y="3744128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tx1"/>
                  </a:solidFill>
                </a:rPr>
                <a:t>GPIO7</a:t>
              </a:r>
              <a:endParaRPr kumimoji="1" lang="ja-JP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46" name="正方形/長方形 445">
              <a:extLst>
                <a:ext uri="{FF2B5EF4-FFF2-40B4-BE49-F238E27FC236}">
                  <a16:creationId xmlns:a16="http://schemas.microsoft.com/office/drawing/2014/main" id="{53709E8F-5927-C192-AF76-FC89C3979E27}"/>
                </a:ext>
              </a:extLst>
            </p:cNvPr>
            <p:cNvSpPr/>
            <p:nvPr/>
          </p:nvSpPr>
          <p:spPr>
            <a:xfrm>
              <a:off x="6413093" y="3899763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GPIO1</a:t>
              </a:r>
              <a:endParaRPr kumimoji="1" lang="ja-JP" altLang="en-US" sz="1000"/>
            </a:p>
          </p:txBody>
        </p:sp>
        <p:sp>
          <p:nvSpPr>
            <p:cNvPr id="447" name="正方形/長方形 446">
              <a:extLst>
                <a:ext uri="{FF2B5EF4-FFF2-40B4-BE49-F238E27FC236}">
                  <a16:creationId xmlns:a16="http://schemas.microsoft.com/office/drawing/2014/main" id="{293415C0-3A0E-05D4-F443-60A3B0DE1F35}"/>
                </a:ext>
              </a:extLst>
            </p:cNvPr>
            <p:cNvSpPr/>
            <p:nvPr/>
          </p:nvSpPr>
          <p:spPr>
            <a:xfrm>
              <a:off x="6413092" y="4055398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48" name="正方形/長方形 447">
              <a:extLst>
                <a:ext uri="{FF2B5EF4-FFF2-40B4-BE49-F238E27FC236}">
                  <a16:creationId xmlns:a16="http://schemas.microsoft.com/office/drawing/2014/main" id="{64459393-EEF9-4484-41FE-66FE5036A9B1}"/>
                </a:ext>
              </a:extLst>
            </p:cNvPr>
            <p:cNvSpPr/>
            <p:nvPr/>
          </p:nvSpPr>
          <p:spPr>
            <a:xfrm>
              <a:off x="6413092" y="4211033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GPIO12</a:t>
              </a:r>
              <a:endParaRPr kumimoji="1" lang="ja-JP" altLang="en-US" sz="1000"/>
            </a:p>
          </p:txBody>
        </p:sp>
        <p:sp>
          <p:nvSpPr>
            <p:cNvPr id="449" name="正方形/長方形 448">
              <a:extLst>
                <a:ext uri="{FF2B5EF4-FFF2-40B4-BE49-F238E27FC236}">
                  <a16:creationId xmlns:a16="http://schemas.microsoft.com/office/drawing/2014/main" id="{08691A7A-D933-700A-0E38-D71A8C574579}"/>
                </a:ext>
              </a:extLst>
            </p:cNvPr>
            <p:cNvSpPr/>
            <p:nvPr/>
          </p:nvSpPr>
          <p:spPr>
            <a:xfrm>
              <a:off x="6413093" y="4366667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50" name="正方形/長方形 449">
              <a:extLst>
                <a:ext uri="{FF2B5EF4-FFF2-40B4-BE49-F238E27FC236}">
                  <a16:creationId xmlns:a16="http://schemas.microsoft.com/office/drawing/2014/main" id="{548A9DA2-B8CB-0001-ED13-069C7DCEE5D2}"/>
                </a:ext>
              </a:extLst>
            </p:cNvPr>
            <p:cNvSpPr/>
            <p:nvPr/>
          </p:nvSpPr>
          <p:spPr>
            <a:xfrm>
              <a:off x="6413092" y="4522302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GPIO16</a:t>
              </a:r>
              <a:endParaRPr kumimoji="1" lang="ja-JP" altLang="en-US" sz="1000"/>
            </a:p>
          </p:txBody>
        </p:sp>
        <p:sp>
          <p:nvSpPr>
            <p:cNvPr id="451" name="正方形/長方形 450">
              <a:extLst>
                <a:ext uri="{FF2B5EF4-FFF2-40B4-BE49-F238E27FC236}">
                  <a16:creationId xmlns:a16="http://schemas.microsoft.com/office/drawing/2014/main" id="{81975FFC-3930-C632-B4F7-C7B7D31BA8AB}"/>
                </a:ext>
              </a:extLst>
            </p:cNvPr>
            <p:cNvSpPr/>
            <p:nvPr/>
          </p:nvSpPr>
          <p:spPr>
            <a:xfrm>
              <a:off x="6413092" y="4677937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GPIO2</a:t>
              </a:r>
              <a:r>
                <a:rPr lang="en-US" altLang="ja-JP" sz="1000" dirty="0"/>
                <a:t>0</a:t>
              </a:r>
              <a:endParaRPr kumimoji="1" lang="ja-JP" altLang="en-US" sz="1000"/>
            </a:p>
          </p:txBody>
        </p:sp>
        <p:sp>
          <p:nvSpPr>
            <p:cNvPr id="452" name="正方形/長方形 451">
              <a:extLst>
                <a:ext uri="{FF2B5EF4-FFF2-40B4-BE49-F238E27FC236}">
                  <a16:creationId xmlns:a16="http://schemas.microsoft.com/office/drawing/2014/main" id="{4842C7F2-8E90-69A9-59FC-1C8165D83058}"/>
                </a:ext>
              </a:extLst>
            </p:cNvPr>
            <p:cNvSpPr/>
            <p:nvPr/>
          </p:nvSpPr>
          <p:spPr>
            <a:xfrm>
              <a:off x="6413091" y="4833568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tx1"/>
                  </a:solidFill>
                </a:rPr>
                <a:t>GPIO21</a:t>
              </a:r>
              <a:endParaRPr kumimoji="1" lang="ja-JP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53" name="正方形/長方形 452">
              <a:extLst>
                <a:ext uri="{FF2B5EF4-FFF2-40B4-BE49-F238E27FC236}">
                  <a16:creationId xmlns:a16="http://schemas.microsoft.com/office/drawing/2014/main" id="{07C09558-B633-F13C-AEAC-D80C888BFA22}"/>
                </a:ext>
              </a:extLst>
            </p:cNvPr>
            <p:cNvSpPr/>
            <p:nvPr/>
          </p:nvSpPr>
          <p:spPr>
            <a:xfrm>
              <a:off x="6413092" y="2032143"/>
              <a:ext cx="777765" cy="15563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5V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</p:grpSp>
      <p:grpSp>
        <p:nvGrpSpPr>
          <p:cNvPr id="454" name="グループ化 453">
            <a:extLst>
              <a:ext uri="{FF2B5EF4-FFF2-40B4-BE49-F238E27FC236}">
                <a16:creationId xmlns:a16="http://schemas.microsoft.com/office/drawing/2014/main" id="{65EC0728-BEF1-3D5E-DA05-3B42AC0AF59F}"/>
              </a:ext>
            </a:extLst>
          </p:cNvPr>
          <p:cNvGrpSpPr/>
          <p:nvPr/>
        </p:nvGrpSpPr>
        <p:grpSpPr>
          <a:xfrm rot="5400000">
            <a:off x="910435" y="3342164"/>
            <a:ext cx="2351736" cy="3112695"/>
            <a:chOff x="4839122" y="1876509"/>
            <a:chExt cx="2351736" cy="3112695"/>
          </a:xfrm>
        </p:grpSpPr>
        <p:sp>
          <p:nvSpPr>
            <p:cNvPr id="455" name="正方形/長方形 454">
              <a:extLst>
                <a:ext uri="{FF2B5EF4-FFF2-40B4-BE49-F238E27FC236}">
                  <a16:creationId xmlns:a16="http://schemas.microsoft.com/office/drawing/2014/main" id="{6E4FA5BC-506C-2CC3-6B50-65AD6E6DD652}"/>
                </a:ext>
              </a:extLst>
            </p:cNvPr>
            <p:cNvSpPr/>
            <p:nvPr/>
          </p:nvSpPr>
          <p:spPr>
            <a:xfrm>
              <a:off x="4839124" y="1876511"/>
              <a:ext cx="777765" cy="15563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3V3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56" name="正方形/長方形 455">
              <a:extLst>
                <a:ext uri="{FF2B5EF4-FFF2-40B4-BE49-F238E27FC236}">
                  <a16:creationId xmlns:a16="http://schemas.microsoft.com/office/drawing/2014/main" id="{EBB6510E-6020-4171-A46B-4AC2EE9D4FCE}"/>
                </a:ext>
              </a:extLst>
            </p:cNvPr>
            <p:cNvSpPr/>
            <p:nvPr/>
          </p:nvSpPr>
          <p:spPr>
            <a:xfrm>
              <a:off x="4839124" y="2032146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SDA1</a:t>
              </a:r>
              <a:endParaRPr kumimoji="1" lang="ja-JP" altLang="en-US" sz="1000"/>
            </a:p>
          </p:txBody>
        </p:sp>
        <p:sp>
          <p:nvSpPr>
            <p:cNvPr id="457" name="正方形/長方形 456">
              <a:extLst>
                <a:ext uri="{FF2B5EF4-FFF2-40B4-BE49-F238E27FC236}">
                  <a16:creationId xmlns:a16="http://schemas.microsoft.com/office/drawing/2014/main" id="{97AD1EB9-2C92-DBF6-210A-E6FE1A4C574A}"/>
                </a:ext>
              </a:extLst>
            </p:cNvPr>
            <p:cNvSpPr/>
            <p:nvPr/>
          </p:nvSpPr>
          <p:spPr>
            <a:xfrm>
              <a:off x="4839123" y="2187781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SCL1</a:t>
              </a:r>
              <a:endParaRPr kumimoji="1" lang="ja-JP" altLang="en-US" sz="1000"/>
            </a:p>
          </p:txBody>
        </p:sp>
        <p:sp>
          <p:nvSpPr>
            <p:cNvPr id="458" name="正方形/長方形 457">
              <a:extLst>
                <a:ext uri="{FF2B5EF4-FFF2-40B4-BE49-F238E27FC236}">
                  <a16:creationId xmlns:a16="http://schemas.microsoft.com/office/drawing/2014/main" id="{6374491A-0DD1-2C4A-36B4-AD19E7346890}"/>
                </a:ext>
              </a:extLst>
            </p:cNvPr>
            <p:cNvSpPr/>
            <p:nvPr/>
          </p:nvSpPr>
          <p:spPr>
            <a:xfrm>
              <a:off x="4839123" y="2343416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GPIO4</a:t>
              </a:r>
              <a:endParaRPr kumimoji="1" lang="ja-JP" altLang="en-US" sz="1000"/>
            </a:p>
          </p:txBody>
        </p:sp>
        <p:sp>
          <p:nvSpPr>
            <p:cNvPr id="459" name="正方形/長方形 458">
              <a:extLst>
                <a:ext uri="{FF2B5EF4-FFF2-40B4-BE49-F238E27FC236}">
                  <a16:creationId xmlns:a16="http://schemas.microsoft.com/office/drawing/2014/main" id="{ACA74595-374B-2757-8044-0592F7516708}"/>
                </a:ext>
              </a:extLst>
            </p:cNvPr>
            <p:cNvSpPr/>
            <p:nvPr/>
          </p:nvSpPr>
          <p:spPr>
            <a:xfrm>
              <a:off x="5616888" y="1876510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zh-CN" sz="1000" dirty="0"/>
                <a:t>1</a:t>
              </a:r>
              <a:endParaRPr kumimoji="1" lang="ja-JP" altLang="en-US" sz="1000"/>
            </a:p>
          </p:txBody>
        </p:sp>
        <p:sp>
          <p:nvSpPr>
            <p:cNvPr id="460" name="正方形/長方形 459">
              <a:extLst>
                <a:ext uri="{FF2B5EF4-FFF2-40B4-BE49-F238E27FC236}">
                  <a16:creationId xmlns:a16="http://schemas.microsoft.com/office/drawing/2014/main" id="{5DE97E87-C36F-B81B-BE52-A0BFD69ABB1E}"/>
                </a:ext>
              </a:extLst>
            </p:cNvPr>
            <p:cNvSpPr/>
            <p:nvPr/>
          </p:nvSpPr>
          <p:spPr>
            <a:xfrm>
              <a:off x="5616888" y="2032145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zh-CN" sz="1000" dirty="0"/>
                <a:t>3</a:t>
              </a:r>
              <a:endParaRPr kumimoji="1" lang="ja-JP" altLang="en-US" sz="1000"/>
            </a:p>
          </p:txBody>
        </p:sp>
        <p:sp>
          <p:nvSpPr>
            <p:cNvPr id="461" name="正方形/長方形 460">
              <a:extLst>
                <a:ext uri="{FF2B5EF4-FFF2-40B4-BE49-F238E27FC236}">
                  <a16:creationId xmlns:a16="http://schemas.microsoft.com/office/drawing/2014/main" id="{B0ED2AED-9B3A-542F-942F-AA80DD94E1A9}"/>
                </a:ext>
              </a:extLst>
            </p:cNvPr>
            <p:cNvSpPr/>
            <p:nvPr/>
          </p:nvSpPr>
          <p:spPr>
            <a:xfrm>
              <a:off x="5616888" y="2187780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zh-CN" sz="1000" dirty="0"/>
                <a:t>5</a:t>
              </a:r>
              <a:endParaRPr kumimoji="1" lang="ja-JP" altLang="en-US" sz="1000"/>
            </a:p>
          </p:txBody>
        </p:sp>
        <p:sp>
          <p:nvSpPr>
            <p:cNvPr id="462" name="正方形/長方形 461">
              <a:extLst>
                <a:ext uri="{FF2B5EF4-FFF2-40B4-BE49-F238E27FC236}">
                  <a16:creationId xmlns:a16="http://schemas.microsoft.com/office/drawing/2014/main" id="{09871410-1655-88D5-BD9A-D7D20C1B8117}"/>
                </a:ext>
              </a:extLst>
            </p:cNvPr>
            <p:cNvSpPr/>
            <p:nvPr/>
          </p:nvSpPr>
          <p:spPr>
            <a:xfrm>
              <a:off x="5616888" y="2343415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zh-CN" sz="1000" dirty="0"/>
                <a:t>7</a:t>
              </a:r>
              <a:endParaRPr kumimoji="1" lang="ja-JP" altLang="en-US" sz="1000"/>
            </a:p>
          </p:txBody>
        </p:sp>
        <p:sp>
          <p:nvSpPr>
            <p:cNvPr id="463" name="正方形/長方形 462">
              <a:extLst>
                <a:ext uri="{FF2B5EF4-FFF2-40B4-BE49-F238E27FC236}">
                  <a16:creationId xmlns:a16="http://schemas.microsoft.com/office/drawing/2014/main" id="{4BB20242-7703-7DA6-49EB-14BF9971E8EE}"/>
                </a:ext>
              </a:extLst>
            </p:cNvPr>
            <p:cNvSpPr/>
            <p:nvPr/>
          </p:nvSpPr>
          <p:spPr>
            <a:xfrm>
              <a:off x="4839124" y="2499050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64" name="正方形/長方形 463">
              <a:extLst>
                <a:ext uri="{FF2B5EF4-FFF2-40B4-BE49-F238E27FC236}">
                  <a16:creationId xmlns:a16="http://schemas.microsoft.com/office/drawing/2014/main" id="{3F1F483A-1983-464C-83CE-A0D7D285C153}"/>
                </a:ext>
              </a:extLst>
            </p:cNvPr>
            <p:cNvSpPr/>
            <p:nvPr/>
          </p:nvSpPr>
          <p:spPr>
            <a:xfrm>
              <a:off x="4839124" y="2654685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GPIO17</a:t>
              </a:r>
              <a:endParaRPr kumimoji="1" lang="ja-JP" altLang="en-US" sz="1000"/>
            </a:p>
          </p:txBody>
        </p:sp>
        <p:sp>
          <p:nvSpPr>
            <p:cNvPr id="465" name="正方形/長方形 464">
              <a:extLst>
                <a:ext uri="{FF2B5EF4-FFF2-40B4-BE49-F238E27FC236}">
                  <a16:creationId xmlns:a16="http://schemas.microsoft.com/office/drawing/2014/main" id="{CB523E2E-45AB-BA60-2B80-8DC9FC827AB9}"/>
                </a:ext>
              </a:extLst>
            </p:cNvPr>
            <p:cNvSpPr/>
            <p:nvPr/>
          </p:nvSpPr>
          <p:spPr>
            <a:xfrm>
              <a:off x="4839123" y="2810320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GPIO27</a:t>
              </a:r>
              <a:endParaRPr kumimoji="1" lang="ja-JP" altLang="en-US" sz="1000"/>
            </a:p>
          </p:txBody>
        </p:sp>
        <p:sp>
          <p:nvSpPr>
            <p:cNvPr id="466" name="正方形/長方形 465">
              <a:extLst>
                <a:ext uri="{FF2B5EF4-FFF2-40B4-BE49-F238E27FC236}">
                  <a16:creationId xmlns:a16="http://schemas.microsoft.com/office/drawing/2014/main" id="{934CC304-2CD6-1EDE-7108-2C68992F0F27}"/>
                </a:ext>
              </a:extLst>
            </p:cNvPr>
            <p:cNvSpPr/>
            <p:nvPr/>
          </p:nvSpPr>
          <p:spPr>
            <a:xfrm>
              <a:off x="4839123" y="2965955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GPIO22</a:t>
              </a:r>
              <a:endParaRPr kumimoji="1" lang="ja-JP" altLang="en-US" sz="1000"/>
            </a:p>
          </p:txBody>
        </p:sp>
        <p:sp>
          <p:nvSpPr>
            <p:cNvPr id="467" name="正方形/長方形 466">
              <a:extLst>
                <a:ext uri="{FF2B5EF4-FFF2-40B4-BE49-F238E27FC236}">
                  <a16:creationId xmlns:a16="http://schemas.microsoft.com/office/drawing/2014/main" id="{B49B8AC8-EF77-99AE-04A8-E4705E3820EC}"/>
                </a:ext>
              </a:extLst>
            </p:cNvPr>
            <p:cNvSpPr/>
            <p:nvPr/>
          </p:nvSpPr>
          <p:spPr>
            <a:xfrm>
              <a:off x="5616888" y="249904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9</a:t>
              </a:r>
              <a:endParaRPr kumimoji="1" lang="ja-JP" altLang="en-US" sz="1000"/>
            </a:p>
          </p:txBody>
        </p:sp>
        <p:sp>
          <p:nvSpPr>
            <p:cNvPr id="468" name="正方形/長方形 467">
              <a:extLst>
                <a:ext uri="{FF2B5EF4-FFF2-40B4-BE49-F238E27FC236}">
                  <a16:creationId xmlns:a16="http://schemas.microsoft.com/office/drawing/2014/main" id="{2314A786-E955-C290-A7E5-56231DC77DF2}"/>
                </a:ext>
              </a:extLst>
            </p:cNvPr>
            <p:cNvSpPr/>
            <p:nvPr/>
          </p:nvSpPr>
          <p:spPr>
            <a:xfrm>
              <a:off x="5616888" y="2654684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11</a:t>
              </a:r>
              <a:endParaRPr kumimoji="1" lang="ja-JP" altLang="en-US" sz="1000"/>
            </a:p>
          </p:txBody>
        </p:sp>
        <p:sp>
          <p:nvSpPr>
            <p:cNvPr id="469" name="正方形/長方形 468">
              <a:extLst>
                <a:ext uri="{FF2B5EF4-FFF2-40B4-BE49-F238E27FC236}">
                  <a16:creationId xmlns:a16="http://schemas.microsoft.com/office/drawing/2014/main" id="{9DD116A9-8B84-1082-9A02-F9BF27E96186}"/>
                </a:ext>
              </a:extLst>
            </p:cNvPr>
            <p:cNvSpPr/>
            <p:nvPr/>
          </p:nvSpPr>
          <p:spPr>
            <a:xfrm>
              <a:off x="5616888" y="281031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13</a:t>
              </a:r>
              <a:endParaRPr kumimoji="1" lang="ja-JP" altLang="en-US" sz="1000"/>
            </a:p>
          </p:txBody>
        </p:sp>
        <p:sp>
          <p:nvSpPr>
            <p:cNvPr id="470" name="正方形/長方形 469">
              <a:extLst>
                <a:ext uri="{FF2B5EF4-FFF2-40B4-BE49-F238E27FC236}">
                  <a16:creationId xmlns:a16="http://schemas.microsoft.com/office/drawing/2014/main" id="{71164F65-C79B-C5CE-ED1C-50AA0419CD72}"/>
                </a:ext>
              </a:extLst>
            </p:cNvPr>
            <p:cNvSpPr/>
            <p:nvPr/>
          </p:nvSpPr>
          <p:spPr>
            <a:xfrm>
              <a:off x="5616888" y="2965954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15</a:t>
              </a:r>
              <a:endParaRPr kumimoji="1" lang="ja-JP" altLang="en-US" sz="1000"/>
            </a:p>
          </p:txBody>
        </p:sp>
        <p:sp>
          <p:nvSpPr>
            <p:cNvPr id="471" name="正方形/長方形 470">
              <a:extLst>
                <a:ext uri="{FF2B5EF4-FFF2-40B4-BE49-F238E27FC236}">
                  <a16:creationId xmlns:a16="http://schemas.microsoft.com/office/drawing/2014/main" id="{1EDC0C80-D893-339D-3164-7E012BC4B1DF}"/>
                </a:ext>
              </a:extLst>
            </p:cNvPr>
            <p:cNvSpPr/>
            <p:nvPr/>
          </p:nvSpPr>
          <p:spPr>
            <a:xfrm>
              <a:off x="4839124" y="3121589"/>
              <a:ext cx="777765" cy="15563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3V3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72" name="正方形/長方形 471">
              <a:extLst>
                <a:ext uri="{FF2B5EF4-FFF2-40B4-BE49-F238E27FC236}">
                  <a16:creationId xmlns:a16="http://schemas.microsoft.com/office/drawing/2014/main" id="{1FCC1270-8296-1B80-55CC-6F9D5B4485C7}"/>
                </a:ext>
              </a:extLst>
            </p:cNvPr>
            <p:cNvSpPr/>
            <p:nvPr/>
          </p:nvSpPr>
          <p:spPr>
            <a:xfrm>
              <a:off x="4839124" y="3277224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GPIO10</a:t>
              </a:r>
              <a:endParaRPr kumimoji="1" lang="ja-JP" altLang="en-US" sz="1000"/>
            </a:p>
          </p:txBody>
        </p:sp>
        <p:sp>
          <p:nvSpPr>
            <p:cNvPr id="473" name="正方形/長方形 472">
              <a:extLst>
                <a:ext uri="{FF2B5EF4-FFF2-40B4-BE49-F238E27FC236}">
                  <a16:creationId xmlns:a16="http://schemas.microsoft.com/office/drawing/2014/main" id="{4A0416C7-1D76-74DB-4AAB-B2B275245AD3}"/>
                </a:ext>
              </a:extLst>
            </p:cNvPr>
            <p:cNvSpPr/>
            <p:nvPr/>
          </p:nvSpPr>
          <p:spPr>
            <a:xfrm>
              <a:off x="4839123" y="3432859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GPIO9</a:t>
              </a:r>
              <a:endParaRPr kumimoji="1" lang="ja-JP" altLang="en-US" sz="1000"/>
            </a:p>
          </p:txBody>
        </p:sp>
        <p:sp>
          <p:nvSpPr>
            <p:cNvPr id="474" name="正方形/長方形 473">
              <a:extLst>
                <a:ext uri="{FF2B5EF4-FFF2-40B4-BE49-F238E27FC236}">
                  <a16:creationId xmlns:a16="http://schemas.microsoft.com/office/drawing/2014/main" id="{CA1970FF-4B96-89A3-A967-7A7A1C893A9B}"/>
                </a:ext>
              </a:extLst>
            </p:cNvPr>
            <p:cNvSpPr/>
            <p:nvPr/>
          </p:nvSpPr>
          <p:spPr>
            <a:xfrm>
              <a:off x="4839123" y="3588494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GPIO11</a:t>
              </a:r>
              <a:endParaRPr kumimoji="1" lang="ja-JP" altLang="en-US" sz="1000"/>
            </a:p>
          </p:txBody>
        </p:sp>
        <p:sp>
          <p:nvSpPr>
            <p:cNvPr id="475" name="正方形/長方形 474">
              <a:extLst>
                <a:ext uri="{FF2B5EF4-FFF2-40B4-BE49-F238E27FC236}">
                  <a16:creationId xmlns:a16="http://schemas.microsoft.com/office/drawing/2014/main" id="{8087C332-9BCE-B3D9-314C-88C9B249F151}"/>
                </a:ext>
              </a:extLst>
            </p:cNvPr>
            <p:cNvSpPr/>
            <p:nvPr/>
          </p:nvSpPr>
          <p:spPr>
            <a:xfrm>
              <a:off x="5616888" y="312158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17</a:t>
              </a:r>
              <a:endParaRPr kumimoji="1" lang="ja-JP" altLang="en-US" sz="1000"/>
            </a:p>
          </p:txBody>
        </p:sp>
        <p:sp>
          <p:nvSpPr>
            <p:cNvPr id="476" name="正方形/長方形 475">
              <a:extLst>
                <a:ext uri="{FF2B5EF4-FFF2-40B4-BE49-F238E27FC236}">
                  <a16:creationId xmlns:a16="http://schemas.microsoft.com/office/drawing/2014/main" id="{84292184-0A99-649D-F114-EB61FF5A6B3D}"/>
                </a:ext>
              </a:extLst>
            </p:cNvPr>
            <p:cNvSpPr/>
            <p:nvPr/>
          </p:nvSpPr>
          <p:spPr>
            <a:xfrm>
              <a:off x="5616888" y="3277223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19</a:t>
              </a:r>
              <a:endParaRPr kumimoji="1" lang="ja-JP" altLang="en-US" sz="1000"/>
            </a:p>
          </p:txBody>
        </p:sp>
        <p:sp>
          <p:nvSpPr>
            <p:cNvPr id="477" name="正方形/長方形 476">
              <a:extLst>
                <a:ext uri="{FF2B5EF4-FFF2-40B4-BE49-F238E27FC236}">
                  <a16:creationId xmlns:a16="http://schemas.microsoft.com/office/drawing/2014/main" id="{9408D107-DAC4-46F1-77A3-02151C84849D}"/>
                </a:ext>
              </a:extLst>
            </p:cNvPr>
            <p:cNvSpPr/>
            <p:nvPr/>
          </p:nvSpPr>
          <p:spPr>
            <a:xfrm>
              <a:off x="5616888" y="343285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21</a:t>
              </a:r>
              <a:endParaRPr kumimoji="1" lang="ja-JP" altLang="en-US" sz="1000"/>
            </a:p>
          </p:txBody>
        </p:sp>
        <p:sp>
          <p:nvSpPr>
            <p:cNvPr id="478" name="正方形/長方形 477">
              <a:extLst>
                <a:ext uri="{FF2B5EF4-FFF2-40B4-BE49-F238E27FC236}">
                  <a16:creationId xmlns:a16="http://schemas.microsoft.com/office/drawing/2014/main" id="{1C933822-D8A8-8FA2-7EB1-CECE991FF4DC}"/>
                </a:ext>
              </a:extLst>
            </p:cNvPr>
            <p:cNvSpPr/>
            <p:nvPr/>
          </p:nvSpPr>
          <p:spPr>
            <a:xfrm>
              <a:off x="5616888" y="3588493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23</a:t>
              </a:r>
              <a:endParaRPr kumimoji="1" lang="ja-JP" altLang="en-US" sz="1000"/>
            </a:p>
          </p:txBody>
        </p:sp>
        <p:sp>
          <p:nvSpPr>
            <p:cNvPr id="479" name="正方形/長方形 478">
              <a:extLst>
                <a:ext uri="{FF2B5EF4-FFF2-40B4-BE49-F238E27FC236}">
                  <a16:creationId xmlns:a16="http://schemas.microsoft.com/office/drawing/2014/main" id="{724B0D2C-5615-2F99-3389-E1FE406FBF2E}"/>
                </a:ext>
              </a:extLst>
            </p:cNvPr>
            <p:cNvSpPr/>
            <p:nvPr/>
          </p:nvSpPr>
          <p:spPr>
            <a:xfrm>
              <a:off x="4839124" y="3744128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80" name="正方形/長方形 479">
              <a:extLst>
                <a:ext uri="{FF2B5EF4-FFF2-40B4-BE49-F238E27FC236}">
                  <a16:creationId xmlns:a16="http://schemas.microsoft.com/office/drawing/2014/main" id="{D51A57FD-FBBA-CEBA-64B0-E263C4135A8B}"/>
                </a:ext>
              </a:extLst>
            </p:cNvPr>
            <p:cNvSpPr/>
            <p:nvPr/>
          </p:nvSpPr>
          <p:spPr>
            <a:xfrm>
              <a:off x="4839124" y="3899763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GPIO0</a:t>
              </a:r>
              <a:endParaRPr kumimoji="1" lang="ja-JP" altLang="en-US" sz="1000"/>
            </a:p>
          </p:txBody>
        </p:sp>
        <p:sp>
          <p:nvSpPr>
            <p:cNvPr id="481" name="正方形/長方形 480">
              <a:extLst>
                <a:ext uri="{FF2B5EF4-FFF2-40B4-BE49-F238E27FC236}">
                  <a16:creationId xmlns:a16="http://schemas.microsoft.com/office/drawing/2014/main" id="{0EFBDA9B-28FA-6C3D-6C8C-1F8DD82F79DA}"/>
                </a:ext>
              </a:extLst>
            </p:cNvPr>
            <p:cNvSpPr/>
            <p:nvPr/>
          </p:nvSpPr>
          <p:spPr>
            <a:xfrm>
              <a:off x="4839123" y="4055398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GPIO5</a:t>
              </a:r>
              <a:endParaRPr kumimoji="1" lang="ja-JP" altLang="en-US" sz="1000"/>
            </a:p>
          </p:txBody>
        </p:sp>
        <p:sp>
          <p:nvSpPr>
            <p:cNvPr id="482" name="正方形/長方形 481">
              <a:extLst>
                <a:ext uri="{FF2B5EF4-FFF2-40B4-BE49-F238E27FC236}">
                  <a16:creationId xmlns:a16="http://schemas.microsoft.com/office/drawing/2014/main" id="{811A3AA5-F4B8-B38D-8722-0E0555147BB6}"/>
                </a:ext>
              </a:extLst>
            </p:cNvPr>
            <p:cNvSpPr/>
            <p:nvPr/>
          </p:nvSpPr>
          <p:spPr>
            <a:xfrm>
              <a:off x="4839123" y="4211033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GPIO6</a:t>
              </a:r>
              <a:endParaRPr kumimoji="1" lang="ja-JP" altLang="en-US" sz="1000"/>
            </a:p>
          </p:txBody>
        </p:sp>
        <p:sp>
          <p:nvSpPr>
            <p:cNvPr id="483" name="正方形/長方形 482">
              <a:extLst>
                <a:ext uri="{FF2B5EF4-FFF2-40B4-BE49-F238E27FC236}">
                  <a16:creationId xmlns:a16="http://schemas.microsoft.com/office/drawing/2014/main" id="{85AA1C00-C2A7-B027-3EAB-635593943C4C}"/>
                </a:ext>
              </a:extLst>
            </p:cNvPr>
            <p:cNvSpPr/>
            <p:nvPr/>
          </p:nvSpPr>
          <p:spPr>
            <a:xfrm>
              <a:off x="5616888" y="3744127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25</a:t>
              </a:r>
              <a:endParaRPr kumimoji="1" lang="ja-JP" altLang="en-US" sz="1000"/>
            </a:p>
          </p:txBody>
        </p:sp>
        <p:sp>
          <p:nvSpPr>
            <p:cNvPr id="484" name="正方形/長方形 483">
              <a:extLst>
                <a:ext uri="{FF2B5EF4-FFF2-40B4-BE49-F238E27FC236}">
                  <a16:creationId xmlns:a16="http://schemas.microsoft.com/office/drawing/2014/main" id="{E44D079D-FC0B-8D51-B4A4-1FC45F25EFF3}"/>
                </a:ext>
              </a:extLst>
            </p:cNvPr>
            <p:cNvSpPr/>
            <p:nvPr/>
          </p:nvSpPr>
          <p:spPr>
            <a:xfrm>
              <a:off x="5616888" y="3899762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2</a:t>
              </a:r>
              <a:r>
                <a:rPr lang="en-US" altLang="ja-JP" sz="1000" dirty="0"/>
                <a:t>7</a:t>
              </a:r>
              <a:endParaRPr kumimoji="1" lang="ja-JP" altLang="en-US" sz="1000"/>
            </a:p>
          </p:txBody>
        </p:sp>
        <p:sp>
          <p:nvSpPr>
            <p:cNvPr id="485" name="正方形/長方形 484">
              <a:extLst>
                <a:ext uri="{FF2B5EF4-FFF2-40B4-BE49-F238E27FC236}">
                  <a16:creationId xmlns:a16="http://schemas.microsoft.com/office/drawing/2014/main" id="{235F79D4-54FE-F633-4BA0-C080419E10C7}"/>
                </a:ext>
              </a:extLst>
            </p:cNvPr>
            <p:cNvSpPr/>
            <p:nvPr/>
          </p:nvSpPr>
          <p:spPr>
            <a:xfrm>
              <a:off x="5616888" y="4055397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29</a:t>
              </a:r>
              <a:endParaRPr kumimoji="1" lang="ja-JP" altLang="en-US" sz="1000"/>
            </a:p>
          </p:txBody>
        </p:sp>
        <p:sp>
          <p:nvSpPr>
            <p:cNvPr id="486" name="正方形/長方形 485">
              <a:extLst>
                <a:ext uri="{FF2B5EF4-FFF2-40B4-BE49-F238E27FC236}">
                  <a16:creationId xmlns:a16="http://schemas.microsoft.com/office/drawing/2014/main" id="{D67D22A6-7F61-6CCC-2C22-9EBEE7ED482E}"/>
                </a:ext>
              </a:extLst>
            </p:cNvPr>
            <p:cNvSpPr/>
            <p:nvPr/>
          </p:nvSpPr>
          <p:spPr>
            <a:xfrm>
              <a:off x="5616888" y="4211032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3</a:t>
              </a:r>
              <a:r>
                <a:rPr lang="en-US" altLang="ja-JP" sz="1000" dirty="0"/>
                <a:t>1</a:t>
              </a:r>
              <a:endParaRPr kumimoji="1" lang="ja-JP" altLang="en-US" sz="1000"/>
            </a:p>
          </p:txBody>
        </p:sp>
        <p:sp>
          <p:nvSpPr>
            <p:cNvPr id="487" name="正方形/長方形 486">
              <a:extLst>
                <a:ext uri="{FF2B5EF4-FFF2-40B4-BE49-F238E27FC236}">
                  <a16:creationId xmlns:a16="http://schemas.microsoft.com/office/drawing/2014/main" id="{6799B14A-966C-77CD-B318-ECACDBB2C211}"/>
                </a:ext>
              </a:extLst>
            </p:cNvPr>
            <p:cNvSpPr/>
            <p:nvPr/>
          </p:nvSpPr>
          <p:spPr>
            <a:xfrm>
              <a:off x="4839124" y="4366667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GPIO13</a:t>
              </a:r>
              <a:endParaRPr kumimoji="1" lang="ja-JP" altLang="en-US" sz="1000"/>
            </a:p>
          </p:txBody>
        </p:sp>
        <p:sp>
          <p:nvSpPr>
            <p:cNvPr id="488" name="正方形/長方形 487">
              <a:extLst>
                <a:ext uri="{FF2B5EF4-FFF2-40B4-BE49-F238E27FC236}">
                  <a16:creationId xmlns:a16="http://schemas.microsoft.com/office/drawing/2014/main" id="{D195B4B0-B0EA-210D-B913-237F0FAB86E3}"/>
                </a:ext>
              </a:extLst>
            </p:cNvPr>
            <p:cNvSpPr/>
            <p:nvPr/>
          </p:nvSpPr>
          <p:spPr>
            <a:xfrm>
              <a:off x="4839123" y="4522302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GPIO19</a:t>
              </a:r>
              <a:endParaRPr kumimoji="1" lang="ja-JP" altLang="en-US" sz="1000"/>
            </a:p>
          </p:txBody>
        </p:sp>
        <p:sp>
          <p:nvSpPr>
            <p:cNvPr id="489" name="正方形/長方形 488">
              <a:extLst>
                <a:ext uri="{FF2B5EF4-FFF2-40B4-BE49-F238E27FC236}">
                  <a16:creationId xmlns:a16="http://schemas.microsoft.com/office/drawing/2014/main" id="{964BC1C0-6E81-8F2A-24FD-473105B939B2}"/>
                </a:ext>
              </a:extLst>
            </p:cNvPr>
            <p:cNvSpPr/>
            <p:nvPr/>
          </p:nvSpPr>
          <p:spPr>
            <a:xfrm>
              <a:off x="4839123" y="4677937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GPIO2</a:t>
              </a:r>
              <a:r>
                <a:rPr lang="en-US" altLang="ja-JP" sz="1000" dirty="0"/>
                <a:t>6</a:t>
              </a:r>
              <a:endParaRPr kumimoji="1" lang="ja-JP" altLang="en-US" sz="1000"/>
            </a:p>
          </p:txBody>
        </p:sp>
        <p:sp>
          <p:nvSpPr>
            <p:cNvPr id="490" name="正方形/長方形 489">
              <a:extLst>
                <a:ext uri="{FF2B5EF4-FFF2-40B4-BE49-F238E27FC236}">
                  <a16:creationId xmlns:a16="http://schemas.microsoft.com/office/drawing/2014/main" id="{48B33295-BD0F-ACE2-735D-64298230EAA8}"/>
                </a:ext>
              </a:extLst>
            </p:cNvPr>
            <p:cNvSpPr/>
            <p:nvPr/>
          </p:nvSpPr>
          <p:spPr>
            <a:xfrm>
              <a:off x="5616888" y="4366666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33</a:t>
              </a:r>
              <a:endParaRPr kumimoji="1" lang="ja-JP" altLang="en-US" sz="1000"/>
            </a:p>
          </p:txBody>
        </p:sp>
        <p:sp>
          <p:nvSpPr>
            <p:cNvPr id="491" name="正方形/長方形 490">
              <a:extLst>
                <a:ext uri="{FF2B5EF4-FFF2-40B4-BE49-F238E27FC236}">
                  <a16:creationId xmlns:a16="http://schemas.microsoft.com/office/drawing/2014/main" id="{B4DCA290-F2BB-EB9A-B530-BBD8690D7732}"/>
                </a:ext>
              </a:extLst>
            </p:cNvPr>
            <p:cNvSpPr/>
            <p:nvPr/>
          </p:nvSpPr>
          <p:spPr>
            <a:xfrm>
              <a:off x="5616888" y="4522301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35</a:t>
              </a:r>
              <a:endParaRPr kumimoji="1" lang="ja-JP" altLang="en-US" sz="1000"/>
            </a:p>
          </p:txBody>
        </p:sp>
        <p:sp>
          <p:nvSpPr>
            <p:cNvPr id="492" name="正方形/長方形 491">
              <a:extLst>
                <a:ext uri="{FF2B5EF4-FFF2-40B4-BE49-F238E27FC236}">
                  <a16:creationId xmlns:a16="http://schemas.microsoft.com/office/drawing/2014/main" id="{B8A1D904-82AF-7A09-C05B-4DA769B64603}"/>
                </a:ext>
              </a:extLst>
            </p:cNvPr>
            <p:cNvSpPr/>
            <p:nvPr/>
          </p:nvSpPr>
          <p:spPr>
            <a:xfrm>
              <a:off x="5616888" y="4677936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37</a:t>
              </a:r>
              <a:endParaRPr kumimoji="1" lang="ja-JP" altLang="en-US" sz="1000"/>
            </a:p>
          </p:txBody>
        </p:sp>
        <p:sp>
          <p:nvSpPr>
            <p:cNvPr id="493" name="正方形/長方形 492">
              <a:extLst>
                <a:ext uri="{FF2B5EF4-FFF2-40B4-BE49-F238E27FC236}">
                  <a16:creationId xmlns:a16="http://schemas.microsoft.com/office/drawing/2014/main" id="{47BDA4E6-A35D-0DEB-50DE-8519A237F8AD}"/>
                </a:ext>
              </a:extLst>
            </p:cNvPr>
            <p:cNvSpPr/>
            <p:nvPr/>
          </p:nvSpPr>
          <p:spPr>
            <a:xfrm>
              <a:off x="5616888" y="483356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3</a:t>
              </a:r>
              <a:r>
                <a:rPr lang="en-US" altLang="ja-JP" sz="1000" dirty="0"/>
                <a:t>9</a:t>
              </a:r>
              <a:endParaRPr kumimoji="1" lang="ja-JP" altLang="en-US" sz="1000"/>
            </a:p>
          </p:txBody>
        </p:sp>
        <p:sp>
          <p:nvSpPr>
            <p:cNvPr id="494" name="正方形/長方形 493">
              <a:extLst>
                <a:ext uri="{FF2B5EF4-FFF2-40B4-BE49-F238E27FC236}">
                  <a16:creationId xmlns:a16="http://schemas.microsoft.com/office/drawing/2014/main" id="{FA91253B-F568-E1A0-A68A-229E87AB8412}"/>
                </a:ext>
              </a:extLst>
            </p:cNvPr>
            <p:cNvSpPr/>
            <p:nvPr/>
          </p:nvSpPr>
          <p:spPr>
            <a:xfrm>
              <a:off x="4839122" y="4833568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495" name="正方形/長方形 494">
              <a:extLst>
                <a:ext uri="{FF2B5EF4-FFF2-40B4-BE49-F238E27FC236}">
                  <a16:creationId xmlns:a16="http://schemas.microsoft.com/office/drawing/2014/main" id="{86445C76-3804-D3B6-DC29-BF04419E2869}"/>
                </a:ext>
              </a:extLst>
            </p:cNvPr>
            <p:cNvSpPr/>
            <p:nvPr/>
          </p:nvSpPr>
          <p:spPr>
            <a:xfrm>
              <a:off x="6011917" y="187650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2</a:t>
              </a:r>
              <a:endParaRPr kumimoji="1" lang="ja-JP" altLang="en-US" sz="1000"/>
            </a:p>
          </p:txBody>
        </p:sp>
        <p:sp>
          <p:nvSpPr>
            <p:cNvPr id="496" name="正方形/長方形 495">
              <a:extLst>
                <a:ext uri="{FF2B5EF4-FFF2-40B4-BE49-F238E27FC236}">
                  <a16:creationId xmlns:a16="http://schemas.microsoft.com/office/drawing/2014/main" id="{AEFD3E19-2068-D0E0-E570-CC19D54250AB}"/>
                </a:ext>
              </a:extLst>
            </p:cNvPr>
            <p:cNvSpPr/>
            <p:nvPr/>
          </p:nvSpPr>
          <p:spPr>
            <a:xfrm>
              <a:off x="6011917" y="2032144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4</a:t>
              </a:r>
              <a:endParaRPr kumimoji="1" lang="ja-JP" altLang="en-US" sz="1000"/>
            </a:p>
          </p:txBody>
        </p:sp>
        <p:sp>
          <p:nvSpPr>
            <p:cNvPr id="497" name="正方形/長方形 496">
              <a:extLst>
                <a:ext uri="{FF2B5EF4-FFF2-40B4-BE49-F238E27FC236}">
                  <a16:creationId xmlns:a16="http://schemas.microsoft.com/office/drawing/2014/main" id="{0157B533-CF1A-4C73-8C23-955D841C7059}"/>
                </a:ext>
              </a:extLst>
            </p:cNvPr>
            <p:cNvSpPr/>
            <p:nvPr/>
          </p:nvSpPr>
          <p:spPr>
            <a:xfrm>
              <a:off x="6011917" y="2187779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6</a:t>
              </a:r>
              <a:endParaRPr kumimoji="1" lang="ja-JP" altLang="en-US" sz="1000"/>
            </a:p>
          </p:txBody>
        </p:sp>
        <p:sp>
          <p:nvSpPr>
            <p:cNvPr id="498" name="正方形/長方形 497">
              <a:extLst>
                <a:ext uri="{FF2B5EF4-FFF2-40B4-BE49-F238E27FC236}">
                  <a16:creationId xmlns:a16="http://schemas.microsoft.com/office/drawing/2014/main" id="{60992B10-BD16-3374-27C1-1BC309D264C6}"/>
                </a:ext>
              </a:extLst>
            </p:cNvPr>
            <p:cNvSpPr/>
            <p:nvPr/>
          </p:nvSpPr>
          <p:spPr>
            <a:xfrm>
              <a:off x="6011917" y="2343414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8</a:t>
              </a:r>
              <a:endParaRPr kumimoji="1" lang="ja-JP" altLang="en-US" sz="1000"/>
            </a:p>
          </p:txBody>
        </p:sp>
        <p:sp>
          <p:nvSpPr>
            <p:cNvPr id="499" name="正方形/長方形 498">
              <a:extLst>
                <a:ext uri="{FF2B5EF4-FFF2-40B4-BE49-F238E27FC236}">
                  <a16:creationId xmlns:a16="http://schemas.microsoft.com/office/drawing/2014/main" id="{AC9385EC-AA99-4BCA-A5E3-28351AD162E8}"/>
                </a:ext>
              </a:extLst>
            </p:cNvPr>
            <p:cNvSpPr/>
            <p:nvPr/>
          </p:nvSpPr>
          <p:spPr>
            <a:xfrm>
              <a:off x="6011917" y="249904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10</a:t>
              </a:r>
              <a:endParaRPr kumimoji="1" lang="ja-JP" altLang="en-US" sz="1000"/>
            </a:p>
          </p:txBody>
        </p:sp>
        <p:sp>
          <p:nvSpPr>
            <p:cNvPr id="500" name="正方形/長方形 499">
              <a:extLst>
                <a:ext uri="{FF2B5EF4-FFF2-40B4-BE49-F238E27FC236}">
                  <a16:creationId xmlns:a16="http://schemas.microsoft.com/office/drawing/2014/main" id="{1CDA91FE-5B11-BB01-A966-907FE77C4659}"/>
                </a:ext>
              </a:extLst>
            </p:cNvPr>
            <p:cNvSpPr/>
            <p:nvPr/>
          </p:nvSpPr>
          <p:spPr>
            <a:xfrm>
              <a:off x="6011917" y="2654683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12</a:t>
              </a:r>
              <a:endParaRPr kumimoji="1" lang="ja-JP" altLang="en-US" sz="1000"/>
            </a:p>
          </p:txBody>
        </p:sp>
        <p:sp>
          <p:nvSpPr>
            <p:cNvPr id="501" name="正方形/長方形 500">
              <a:extLst>
                <a:ext uri="{FF2B5EF4-FFF2-40B4-BE49-F238E27FC236}">
                  <a16:creationId xmlns:a16="http://schemas.microsoft.com/office/drawing/2014/main" id="{7A1AD6AD-2E63-F467-AB04-95C44341556C}"/>
                </a:ext>
              </a:extLst>
            </p:cNvPr>
            <p:cNvSpPr/>
            <p:nvPr/>
          </p:nvSpPr>
          <p:spPr>
            <a:xfrm>
              <a:off x="6011917" y="281031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14</a:t>
              </a:r>
              <a:endParaRPr kumimoji="1" lang="ja-JP" altLang="en-US" sz="1000"/>
            </a:p>
          </p:txBody>
        </p:sp>
        <p:sp>
          <p:nvSpPr>
            <p:cNvPr id="502" name="正方形/長方形 501">
              <a:extLst>
                <a:ext uri="{FF2B5EF4-FFF2-40B4-BE49-F238E27FC236}">
                  <a16:creationId xmlns:a16="http://schemas.microsoft.com/office/drawing/2014/main" id="{7CA7FD01-EE40-6DEE-CC16-D5D4AB1D2D7C}"/>
                </a:ext>
              </a:extLst>
            </p:cNvPr>
            <p:cNvSpPr/>
            <p:nvPr/>
          </p:nvSpPr>
          <p:spPr>
            <a:xfrm>
              <a:off x="6011917" y="2965953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16</a:t>
              </a:r>
              <a:endParaRPr kumimoji="1" lang="ja-JP" altLang="en-US" sz="1000"/>
            </a:p>
          </p:txBody>
        </p:sp>
        <p:sp>
          <p:nvSpPr>
            <p:cNvPr id="503" name="正方形/長方形 502">
              <a:extLst>
                <a:ext uri="{FF2B5EF4-FFF2-40B4-BE49-F238E27FC236}">
                  <a16:creationId xmlns:a16="http://schemas.microsoft.com/office/drawing/2014/main" id="{52EF2BD1-B2DE-866A-66EA-D13E2E05BB8A}"/>
                </a:ext>
              </a:extLst>
            </p:cNvPr>
            <p:cNvSpPr/>
            <p:nvPr/>
          </p:nvSpPr>
          <p:spPr>
            <a:xfrm>
              <a:off x="6011917" y="3121587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18</a:t>
              </a:r>
              <a:endParaRPr kumimoji="1" lang="ja-JP" altLang="en-US" sz="1000"/>
            </a:p>
          </p:txBody>
        </p:sp>
        <p:sp>
          <p:nvSpPr>
            <p:cNvPr id="504" name="正方形/長方形 503">
              <a:extLst>
                <a:ext uri="{FF2B5EF4-FFF2-40B4-BE49-F238E27FC236}">
                  <a16:creationId xmlns:a16="http://schemas.microsoft.com/office/drawing/2014/main" id="{835E896B-B78F-4824-A364-CB0E0102E116}"/>
                </a:ext>
              </a:extLst>
            </p:cNvPr>
            <p:cNvSpPr/>
            <p:nvPr/>
          </p:nvSpPr>
          <p:spPr>
            <a:xfrm>
              <a:off x="6011917" y="3277222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20</a:t>
              </a:r>
              <a:endParaRPr kumimoji="1" lang="ja-JP" altLang="en-US" sz="1000"/>
            </a:p>
          </p:txBody>
        </p:sp>
        <p:sp>
          <p:nvSpPr>
            <p:cNvPr id="505" name="正方形/長方形 504">
              <a:extLst>
                <a:ext uri="{FF2B5EF4-FFF2-40B4-BE49-F238E27FC236}">
                  <a16:creationId xmlns:a16="http://schemas.microsoft.com/office/drawing/2014/main" id="{77520F52-6782-E342-5F3F-80A7E66CB451}"/>
                </a:ext>
              </a:extLst>
            </p:cNvPr>
            <p:cNvSpPr/>
            <p:nvPr/>
          </p:nvSpPr>
          <p:spPr>
            <a:xfrm>
              <a:off x="6011917" y="3432857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22</a:t>
              </a:r>
              <a:endParaRPr kumimoji="1" lang="ja-JP" altLang="en-US" sz="1000"/>
            </a:p>
          </p:txBody>
        </p:sp>
        <p:sp>
          <p:nvSpPr>
            <p:cNvPr id="506" name="正方形/長方形 505">
              <a:extLst>
                <a:ext uri="{FF2B5EF4-FFF2-40B4-BE49-F238E27FC236}">
                  <a16:creationId xmlns:a16="http://schemas.microsoft.com/office/drawing/2014/main" id="{386B93BC-202C-328D-3CFB-C18F02F300BD}"/>
                </a:ext>
              </a:extLst>
            </p:cNvPr>
            <p:cNvSpPr/>
            <p:nvPr/>
          </p:nvSpPr>
          <p:spPr>
            <a:xfrm>
              <a:off x="6011917" y="3588492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24</a:t>
              </a:r>
              <a:endParaRPr kumimoji="1" lang="ja-JP" altLang="en-US" sz="1000"/>
            </a:p>
          </p:txBody>
        </p:sp>
        <p:sp>
          <p:nvSpPr>
            <p:cNvPr id="507" name="正方形/長方形 506">
              <a:extLst>
                <a:ext uri="{FF2B5EF4-FFF2-40B4-BE49-F238E27FC236}">
                  <a16:creationId xmlns:a16="http://schemas.microsoft.com/office/drawing/2014/main" id="{4CDB86B5-897D-1095-FD43-C94A37EBD69D}"/>
                </a:ext>
              </a:extLst>
            </p:cNvPr>
            <p:cNvSpPr/>
            <p:nvPr/>
          </p:nvSpPr>
          <p:spPr>
            <a:xfrm>
              <a:off x="6011917" y="3744126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26</a:t>
              </a:r>
              <a:endParaRPr kumimoji="1" lang="ja-JP" altLang="en-US" sz="1000"/>
            </a:p>
          </p:txBody>
        </p:sp>
        <p:sp>
          <p:nvSpPr>
            <p:cNvPr id="508" name="正方形/長方形 507">
              <a:extLst>
                <a:ext uri="{FF2B5EF4-FFF2-40B4-BE49-F238E27FC236}">
                  <a16:creationId xmlns:a16="http://schemas.microsoft.com/office/drawing/2014/main" id="{6D17EF41-2689-A770-E1F7-E94D30F29F71}"/>
                </a:ext>
              </a:extLst>
            </p:cNvPr>
            <p:cNvSpPr/>
            <p:nvPr/>
          </p:nvSpPr>
          <p:spPr>
            <a:xfrm>
              <a:off x="6011917" y="3899761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28</a:t>
              </a:r>
              <a:endParaRPr kumimoji="1" lang="ja-JP" altLang="en-US" sz="1000"/>
            </a:p>
          </p:txBody>
        </p:sp>
        <p:sp>
          <p:nvSpPr>
            <p:cNvPr id="509" name="正方形/長方形 508">
              <a:extLst>
                <a:ext uri="{FF2B5EF4-FFF2-40B4-BE49-F238E27FC236}">
                  <a16:creationId xmlns:a16="http://schemas.microsoft.com/office/drawing/2014/main" id="{92D53537-4B7D-0C7F-167C-0DAE01B588C5}"/>
                </a:ext>
              </a:extLst>
            </p:cNvPr>
            <p:cNvSpPr/>
            <p:nvPr/>
          </p:nvSpPr>
          <p:spPr>
            <a:xfrm>
              <a:off x="6011917" y="4055396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30</a:t>
              </a:r>
              <a:endParaRPr kumimoji="1" lang="ja-JP" altLang="en-US" sz="1000"/>
            </a:p>
          </p:txBody>
        </p:sp>
        <p:sp>
          <p:nvSpPr>
            <p:cNvPr id="510" name="正方形/長方形 509">
              <a:extLst>
                <a:ext uri="{FF2B5EF4-FFF2-40B4-BE49-F238E27FC236}">
                  <a16:creationId xmlns:a16="http://schemas.microsoft.com/office/drawing/2014/main" id="{556C914C-3513-2189-311B-2FC05D284528}"/>
                </a:ext>
              </a:extLst>
            </p:cNvPr>
            <p:cNvSpPr/>
            <p:nvPr/>
          </p:nvSpPr>
          <p:spPr>
            <a:xfrm>
              <a:off x="6011917" y="4211031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32</a:t>
              </a:r>
              <a:endParaRPr kumimoji="1" lang="ja-JP" altLang="en-US" sz="1000"/>
            </a:p>
          </p:txBody>
        </p:sp>
        <p:sp>
          <p:nvSpPr>
            <p:cNvPr id="511" name="正方形/長方形 510">
              <a:extLst>
                <a:ext uri="{FF2B5EF4-FFF2-40B4-BE49-F238E27FC236}">
                  <a16:creationId xmlns:a16="http://schemas.microsoft.com/office/drawing/2014/main" id="{B567A34E-53F3-C2A9-633A-F45917FE95BF}"/>
                </a:ext>
              </a:extLst>
            </p:cNvPr>
            <p:cNvSpPr/>
            <p:nvPr/>
          </p:nvSpPr>
          <p:spPr>
            <a:xfrm>
              <a:off x="6011917" y="4366665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34</a:t>
              </a:r>
              <a:endParaRPr kumimoji="1" lang="ja-JP" altLang="en-US" sz="1000"/>
            </a:p>
          </p:txBody>
        </p:sp>
        <p:sp>
          <p:nvSpPr>
            <p:cNvPr id="512" name="正方形/長方形 511">
              <a:extLst>
                <a:ext uri="{FF2B5EF4-FFF2-40B4-BE49-F238E27FC236}">
                  <a16:creationId xmlns:a16="http://schemas.microsoft.com/office/drawing/2014/main" id="{22A12BE8-78B1-C46E-5EB3-741940BAA58C}"/>
                </a:ext>
              </a:extLst>
            </p:cNvPr>
            <p:cNvSpPr/>
            <p:nvPr/>
          </p:nvSpPr>
          <p:spPr>
            <a:xfrm>
              <a:off x="6011917" y="4522300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3</a:t>
              </a:r>
              <a:r>
                <a:rPr lang="en-US" altLang="ja-JP" sz="1000" dirty="0"/>
                <a:t>6</a:t>
              </a:r>
              <a:endParaRPr kumimoji="1" lang="ja-JP" altLang="en-US" sz="1000"/>
            </a:p>
          </p:txBody>
        </p:sp>
        <p:sp>
          <p:nvSpPr>
            <p:cNvPr id="513" name="正方形/長方形 512">
              <a:extLst>
                <a:ext uri="{FF2B5EF4-FFF2-40B4-BE49-F238E27FC236}">
                  <a16:creationId xmlns:a16="http://schemas.microsoft.com/office/drawing/2014/main" id="{11385E62-AB91-C882-0022-0AB60BFEA0CF}"/>
                </a:ext>
              </a:extLst>
            </p:cNvPr>
            <p:cNvSpPr/>
            <p:nvPr/>
          </p:nvSpPr>
          <p:spPr>
            <a:xfrm>
              <a:off x="6011917" y="4677935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altLang="ja-JP" sz="1000" dirty="0"/>
                <a:t>3</a:t>
              </a:r>
              <a:r>
                <a:rPr lang="en-US" altLang="ja-JP" sz="1000" dirty="0"/>
                <a:t>8</a:t>
              </a:r>
              <a:endParaRPr kumimoji="1" lang="ja-JP" altLang="en-US" sz="1000"/>
            </a:p>
          </p:txBody>
        </p:sp>
        <p:sp>
          <p:nvSpPr>
            <p:cNvPr id="514" name="正方形/長方形 513">
              <a:extLst>
                <a:ext uri="{FF2B5EF4-FFF2-40B4-BE49-F238E27FC236}">
                  <a16:creationId xmlns:a16="http://schemas.microsoft.com/office/drawing/2014/main" id="{CB8ABB97-A6C2-5CA2-2092-622C4ABCF418}"/>
                </a:ext>
              </a:extLst>
            </p:cNvPr>
            <p:cNvSpPr/>
            <p:nvPr/>
          </p:nvSpPr>
          <p:spPr>
            <a:xfrm>
              <a:off x="6011917" y="4833568"/>
              <a:ext cx="395029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ja-JP" sz="1000" dirty="0"/>
                <a:t>40</a:t>
              </a:r>
              <a:endParaRPr kumimoji="1" lang="ja-JP" altLang="en-US" sz="1000"/>
            </a:p>
          </p:txBody>
        </p:sp>
        <p:sp>
          <p:nvSpPr>
            <p:cNvPr id="515" name="正方形/長方形 514">
              <a:extLst>
                <a:ext uri="{FF2B5EF4-FFF2-40B4-BE49-F238E27FC236}">
                  <a16:creationId xmlns:a16="http://schemas.microsoft.com/office/drawing/2014/main" id="{54B401CD-390E-6AE5-C853-71A6EDCB76B7}"/>
                </a:ext>
              </a:extLst>
            </p:cNvPr>
            <p:cNvSpPr/>
            <p:nvPr/>
          </p:nvSpPr>
          <p:spPr>
            <a:xfrm>
              <a:off x="6413093" y="1876511"/>
              <a:ext cx="777765" cy="15563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5V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516" name="正方形/長方形 515">
              <a:extLst>
                <a:ext uri="{FF2B5EF4-FFF2-40B4-BE49-F238E27FC236}">
                  <a16:creationId xmlns:a16="http://schemas.microsoft.com/office/drawing/2014/main" id="{8410342E-7DD0-19E7-E013-1927A9FE3DED}"/>
                </a:ext>
              </a:extLst>
            </p:cNvPr>
            <p:cNvSpPr/>
            <p:nvPr/>
          </p:nvSpPr>
          <p:spPr>
            <a:xfrm>
              <a:off x="6413092" y="2187781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517" name="正方形/長方形 516">
              <a:extLst>
                <a:ext uri="{FF2B5EF4-FFF2-40B4-BE49-F238E27FC236}">
                  <a16:creationId xmlns:a16="http://schemas.microsoft.com/office/drawing/2014/main" id="{DC937B2B-61B8-C648-5407-B30D26C6E751}"/>
                </a:ext>
              </a:extLst>
            </p:cNvPr>
            <p:cNvSpPr/>
            <p:nvPr/>
          </p:nvSpPr>
          <p:spPr>
            <a:xfrm>
              <a:off x="6413092" y="2343416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TX</a:t>
              </a:r>
              <a:endParaRPr kumimoji="1" lang="ja-JP" altLang="en-US" sz="1000"/>
            </a:p>
          </p:txBody>
        </p:sp>
        <p:sp>
          <p:nvSpPr>
            <p:cNvPr id="518" name="正方形/長方形 517">
              <a:extLst>
                <a:ext uri="{FF2B5EF4-FFF2-40B4-BE49-F238E27FC236}">
                  <a16:creationId xmlns:a16="http://schemas.microsoft.com/office/drawing/2014/main" id="{C1A2D95F-1D4F-5841-6DCD-82B342F1F8BD}"/>
                </a:ext>
              </a:extLst>
            </p:cNvPr>
            <p:cNvSpPr/>
            <p:nvPr/>
          </p:nvSpPr>
          <p:spPr>
            <a:xfrm>
              <a:off x="6413093" y="2499050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tx1"/>
                  </a:solidFill>
                </a:rPr>
                <a:t>RX</a:t>
              </a:r>
              <a:endParaRPr kumimoji="1" lang="ja-JP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19" name="正方形/長方形 518">
              <a:extLst>
                <a:ext uri="{FF2B5EF4-FFF2-40B4-BE49-F238E27FC236}">
                  <a16:creationId xmlns:a16="http://schemas.microsoft.com/office/drawing/2014/main" id="{92928959-7FE1-30C8-2CA2-09268F3D371A}"/>
                </a:ext>
              </a:extLst>
            </p:cNvPr>
            <p:cNvSpPr/>
            <p:nvPr/>
          </p:nvSpPr>
          <p:spPr>
            <a:xfrm>
              <a:off x="6413093" y="2654685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GPIO18</a:t>
              </a:r>
              <a:endParaRPr kumimoji="1" lang="ja-JP" altLang="en-US" sz="1000"/>
            </a:p>
          </p:txBody>
        </p:sp>
        <p:sp>
          <p:nvSpPr>
            <p:cNvPr id="520" name="正方形/長方形 519">
              <a:extLst>
                <a:ext uri="{FF2B5EF4-FFF2-40B4-BE49-F238E27FC236}">
                  <a16:creationId xmlns:a16="http://schemas.microsoft.com/office/drawing/2014/main" id="{F305F710-7A2E-0734-2AF5-3DE873F2EDC7}"/>
                </a:ext>
              </a:extLst>
            </p:cNvPr>
            <p:cNvSpPr/>
            <p:nvPr/>
          </p:nvSpPr>
          <p:spPr>
            <a:xfrm>
              <a:off x="6413092" y="2810320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521" name="正方形/長方形 520">
              <a:extLst>
                <a:ext uri="{FF2B5EF4-FFF2-40B4-BE49-F238E27FC236}">
                  <a16:creationId xmlns:a16="http://schemas.microsoft.com/office/drawing/2014/main" id="{D698A111-74CC-8D86-03EF-4162D54E3BEF}"/>
                </a:ext>
              </a:extLst>
            </p:cNvPr>
            <p:cNvSpPr/>
            <p:nvPr/>
          </p:nvSpPr>
          <p:spPr>
            <a:xfrm>
              <a:off x="6413092" y="2965955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GPIO2</a:t>
              </a:r>
              <a:r>
                <a:rPr lang="en-US" altLang="ja-JP" sz="1000" dirty="0"/>
                <a:t>3</a:t>
              </a:r>
              <a:endParaRPr kumimoji="1" lang="ja-JP" altLang="en-US" sz="1000"/>
            </a:p>
          </p:txBody>
        </p:sp>
        <p:sp>
          <p:nvSpPr>
            <p:cNvPr id="522" name="正方形/長方形 521">
              <a:extLst>
                <a:ext uri="{FF2B5EF4-FFF2-40B4-BE49-F238E27FC236}">
                  <a16:creationId xmlns:a16="http://schemas.microsoft.com/office/drawing/2014/main" id="{22599DAC-C431-3E88-669F-DB6A465EEF0E}"/>
                </a:ext>
              </a:extLst>
            </p:cNvPr>
            <p:cNvSpPr/>
            <p:nvPr/>
          </p:nvSpPr>
          <p:spPr>
            <a:xfrm>
              <a:off x="6413093" y="3121589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tx1"/>
                  </a:solidFill>
                </a:rPr>
                <a:t>GPIO24</a:t>
              </a:r>
              <a:endParaRPr kumimoji="1" lang="ja-JP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23" name="正方形/長方形 522">
              <a:extLst>
                <a:ext uri="{FF2B5EF4-FFF2-40B4-BE49-F238E27FC236}">
                  <a16:creationId xmlns:a16="http://schemas.microsoft.com/office/drawing/2014/main" id="{639C1F09-52ED-36C9-96D0-658A7DF8A4EE}"/>
                </a:ext>
              </a:extLst>
            </p:cNvPr>
            <p:cNvSpPr/>
            <p:nvPr/>
          </p:nvSpPr>
          <p:spPr>
            <a:xfrm>
              <a:off x="6413093" y="3277224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524" name="正方形/長方形 523">
              <a:extLst>
                <a:ext uri="{FF2B5EF4-FFF2-40B4-BE49-F238E27FC236}">
                  <a16:creationId xmlns:a16="http://schemas.microsoft.com/office/drawing/2014/main" id="{D00ED14C-A1D7-4D86-57CD-765F9E3D679C}"/>
                </a:ext>
              </a:extLst>
            </p:cNvPr>
            <p:cNvSpPr/>
            <p:nvPr/>
          </p:nvSpPr>
          <p:spPr>
            <a:xfrm>
              <a:off x="6413092" y="3432859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GPIO25</a:t>
              </a:r>
              <a:endParaRPr kumimoji="1" lang="ja-JP" altLang="en-US" sz="1000"/>
            </a:p>
          </p:txBody>
        </p:sp>
        <p:sp>
          <p:nvSpPr>
            <p:cNvPr id="525" name="正方形/長方形 524">
              <a:extLst>
                <a:ext uri="{FF2B5EF4-FFF2-40B4-BE49-F238E27FC236}">
                  <a16:creationId xmlns:a16="http://schemas.microsoft.com/office/drawing/2014/main" id="{0B987A2B-0CA2-5D5E-E7FD-6E78D0FDC722}"/>
                </a:ext>
              </a:extLst>
            </p:cNvPr>
            <p:cNvSpPr/>
            <p:nvPr/>
          </p:nvSpPr>
          <p:spPr>
            <a:xfrm>
              <a:off x="6413092" y="3588494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GPIO8</a:t>
              </a:r>
              <a:endParaRPr kumimoji="1" lang="ja-JP" altLang="en-US" sz="1000"/>
            </a:p>
          </p:txBody>
        </p:sp>
        <p:sp>
          <p:nvSpPr>
            <p:cNvPr id="526" name="正方形/長方形 525">
              <a:extLst>
                <a:ext uri="{FF2B5EF4-FFF2-40B4-BE49-F238E27FC236}">
                  <a16:creationId xmlns:a16="http://schemas.microsoft.com/office/drawing/2014/main" id="{3EEA50C5-C0F8-07FC-5D8C-919F59AA6A43}"/>
                </a:ext>
              </a:extLst>
            </p:cNvPr>
            <p:cNvSpPr/>
            <p:nvPr/>
          </p:nvSpPr>
          <p:spPr>
            <a:xfrm>
              <a:off x="6413093" y="3744128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tx1"/>
                  </a:solidFill>
                </a:rPr>
                <a:t>GPIO7</a:t>
              </a:r>
              <a:endParaRPr kumimoji="1" lang="ja-JP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27" name="正方形/長方形 526">
              <a:extLst>
                <a:ext uri="{FF2B5EF4-FFF2-40B4-BE49-F238E27FC236}">
                  <a16:creationId xmlns:a16="http://schemas.microsoft.com/office/drawing/2014/main" id="{78C18679-0E20-77CA-6536-87D1ED033847}"/>
                </a:ext>
              </a:extLst>
            </p:cNvPr>
            <p:cNvSpPr/>
            <p:nvPr/>
          </p:nvSpPr>
          <p:spPr>
            <a:xfrm>
              <a:off x="6413093" y="3899763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GPIO1</a:t>
              </a:r>
              <a:endParaRPr kumimoji="1" lang="ja-JP" altLang="en-US" sz="1000"/>
            </a:p>
          </p:txBody>
        </p:sp>
        <p:sp>
          <p:nvSpPr>
            <p:cNvPr id="528" name="正方形/長方形 527">
              <a:extLst>
                <a:ext uri="{FF2B5EF4-FFF2-40B4-BE49-F238E27FC236}">
                  <a16:creationId xmlns:a16="http://schemas.microsoft.com/office/drawing/2014/main" id="{99A1DBC7-6989-ECF3-131E-F02CC642B773}"/>
                </a:ext>
              </a:extLst>
            </p:cNvPr>
            <p:cNvSpPr/>
            <p:nvPr/>
          </p:nvSpPr>
          <p:spPr>
            <a:xfrm>
              <a:off x="6413092" y="4055398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529" name="正方形/長方形 528">
              <a:extLst>
                <a:ext uri="{FF2B5EF4-FFF2-40B4-BE49-F238E27FC236}">
                  <a16:creationId xmlns:a16="http://schemas.microsoft.com/office/drawing/2014/main" id="{083B30EA-200B-6BBC-A0CA-8950393A950F}"/>
                </a:ext>
              </a:extLst>
            </p:cNvPr>
            <p:cNvSpPr/>
            <p:nvPr/>
          </p:nvSpPr>
          <p:spPr>
            <a:xfrm>
              <a:off x="6413092" y="4211033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GPIO12</a:t>
              </a:r>
              <a:endParaRPr kumimoji="1" lang="ja-JP" altLang="en-US" sz="1000"/>
            </a:p>
          </p:txBody>
        </p:sp>
        <p:sp>
          <p:nvSpPr>
            <p:cNvPr id="530" name="正方形/長方形 529">
              <a:extLst>
                <a:ext uri="{FF2B5EF4-FFF2-40B4-BE49-F238E27FC236}">
                  <a16:creationId xmlns:a16="http://schemas.microsoft.com/office/drawing/2014/main" id="{20B61FD8-9905-FA56-327F-43B5382BF548}"/>
                </a:ext>
              </a:extLst>
            </p:cNvPr>
            <p:cNvSpPr/>
            <p:nvPr/>
          </p:nvSpPr>
          <p:spPr>
            <a:xfrm>
              <a:off x="6413093" y="4366667"/>
              <a:ext cx="777765" cy="15563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GND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531" name="正方形/長方形 530">
              <a:extLst>
                <a:ext uri="{FF2B5EF4-FFF2-40B4-BE49-F238E27FC236}">
                  <a16:creationId xmlns:a16="http://schemas.microsoft.com/office/drawing/2014/main" id="{60E32F63-9364-86C1-B114-EFC27B075F20}"/>
                </a:ext>
              </a:extLst>
            </p:cNvPr>
            <p:cNvSpPr/>
            <p:nvPr/>
          </p:nvSpPr>
          <p:spPr>
            <a:xfrm>
              <a:off x="6413092" y="4522302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/>
                <a:t>GPIO16</a:t>
              </a:r>
              <a:endParaRPr kumimoji="1" lang="ja-JP" altLang="en-US" sz="1000"/>
            </a:p>
          </p:txBody>
        </p:sp>
        <p:sp>
          <p:nvSpPr>
            <p:cNvPr id="532" name="正方形/長方形 531">
              <a:extLst>
                <a:ext uri="{FF2B5EF4-FFF2-40B4-BE49-F238E27FC236}">
                  <a16:creationId xmlns:a16="http://schemas.microsoft.com/office/drawing/2014/main" id="{7C9D1230-8DDF-2656-A7DB-8E0903CB003F}"/>
                </a:ext>
              </a:extLst>
            </p:cNvPr>
            <p:cNvSpPr/>
            <p:nvPr/>
          </p:nvSpPr>
          <p:spPr>
            <a:xfrm>
              <a:off x="6413092" y="4677937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/>
                <a:t>GPIO2</a:t>
              </a:r>
              <a:r>
                <a:rPr lang="en-US" altLang="ja-JP" sz="1000" dirty="0"/>
                <a:t>0</a:t>
              </a:r>
              <a:endParaRPr kumimoji="1" lang="ja-JP" altLang="en-US" sz="1000"/>
            </a:p>
          </p:txBody>
        </p:sp>
        <p:sp>
          <p:nvSpPr>
            <p:cNvPr id="533" name="正方形/長方形 532">
              <a:extLst>
                <a:ext uri="{FF2B5EF4-FFF2-40B4-BE49-F238E27FC236}">
                  <a16:creationId xmlns:a16="http://schemas.microsoft.com/office/drawing/2014/main" id="{6885763C-BE97-073E-6173-52608C62FEC5}"/>
                </a:ext>
              </a:extLst>
            </p:cNvPr>
            <p:cNvSpPr/>
            <p:nvPr/>
          </p:nvSpPr>
          <p:spPr>
            <a:xfrm>
              <a:off x="6413091" y="4833568"/>
              <a:ext cx="777765" cy="1556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1000" dirty="0">
                  <a:solidFill>
                    <a:schemeClr val="tx1"/>
                  </a:solidFill>
                </a:rPr>
                <a:t>GPIO21</a:t>
              </a:r>
              <a:endParaRPr kumimoji="1" lang="ja-JP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534" name="正方形/長方形 533">
              <a:extLst>
                <a:ext uri="{FF2B5EF4-FFF2-40B4-BE49-F238E27FC236}">
                  <a16:creationId xmlns:a16="http://schemas.microsoft.com/office/drawing/2014/main" id="{DAD2F173-4951-A710-D5C5-7721B2251EE3}"/>
                </a:ext>
              </a:extLst>
            </p:cNvPr>
            <p:cNvSpPr/>
            <p:nvPr/>
          </p:nvSpPr>
          <p:spPr>
            <a:xfrm>
              <a:off x="6413092" y="2032143"/>
              <a:ext cx="777765" cy="15563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altLang="ja-JP" sz="1000" dirty="0">
                  <a:solidFill>
                    <a:schemeClr val="bg1"/>
                  </a:solidFill>
                </a:rPr>
                <a:t>5V</a:t>
              </a:r>
              <a:endParaRPr kumimoji="1" lang="ja-JP" altLang="en-US" sz="1000">
                <a:solidFill>
                  <a:schemeClr val="bg1"/>
                </a:solidFill>
              </a:endParaRPr>
            </a:p>
          </p:txBody>
        </p:sp>
      </p:grpSp>
      <p:cxnSp>
        <p:nvCxnSpPr>
          <p:cNvPr id="536" name="カギ線コネクタ 535">
            <a:extLst>
              <a:ext uri="{FF2B5EF4-FFF2-40B4-BE49-F238E27FC236}">
                <a16:creationId xmlns:a16="http://schemas.microsoft.com/office/drawing/2014/main" id="{0B4D81DB-4D30-FE3F-EF3A-EACA83046145}"/>
              </a:ext>
            </a:extLst>
          </p:cNvPr>
          <p:cNvCxnSpPr>
            <a:cxnSpLocks/>
            <a:stCxn id="8" idx="1"/>
            <a:endCxn id="295" idx="1"/>
          </p:cNvCxnSpPr>
          <p:nvPr/>
        </p:nvCxnSpPr>
        <p:spPr>
          <a:xfrm rot="16200000" flipH="1">
            <a:off x="5594739" y="2054127"/>
            <a:ext cx="3337036" cy="12700"/>
          </a:xfrm>
          <a:prstGeom prst="bentConnector5">
            <a:avLst>
              <a:gd name="adj1" fmla="val -6850"/>
              <a:gd name="adj2" fmla="val 3744819"/>
              <a:gd name="adj3" fmla="val 7248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カギ線コネクタ 539">
            <a:extLst>
              <a:ext uri="{FF2B5EF4-FFF2-40B4-BE49-F238E27FC236}">
                <a16:creationId xmlns:a16="http://schemas.microsoft.com/office/drawing/2014/main" id="{1B866E1D-DBAC-A7DC-ADC6-288DD3A08EDC}"/>
              </a:ext>
            </a:extLst>
          </p:cNvPr>
          <p:cNvCxnSpPr>
            <a:cxnSpLocks/>
            <a:stCxn id="7" idx="1"/>
            <a:endCxn id="294" idx="1"/>
          </p:cNvCxnSpPr>
          <p:nvPr/>
        </p:nvCxnSpPr>
        <p:spPr>
          <a:xfrm rot="16200000" flipH="1">
            <a:off x="5750374" y="2054128"/>
            <a:ext cx="3337036" cy="12700"/>
          </a:xfrm>
          <a:prstGeom prst="bentConnector5">
            <a:avLst>
              <a:gd name="adj1" fmla="val -10000"/>
              <a:gd name="adj2" fmla="val 3000000"/>
              <a:gd name="adj3" fmla="val 7406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カギ線コネクタ 545">
            <a:extLst>
              <a:ext uri="{FF2B5EF4-FFF2-40B4-BE49-F238E27FC236}">
                <a16:creationId xmlns:a16="http://schemas.microsoft.com/office/drawing/2014/main" id="{F94BCFCD-0B9A-A2A2-E0DF-7E0D0E308827}"/>
              </a:ext>
            </a:extLst>
          </p:cNvPr>
          <p:cNvCxnSpPr>
            <a:cxnSpLocks/>
            <a:stCxn id="49" idx="1"/>
            <a:endCxn id="332" idx="1"/>
          </p:cNvCxnSpPr>
          <p:nvPr/>
        </p:nvCxnSpPr>
        <p:spPr>
          <a:xfrm rot="16200000" flipH="1">
            <a:off x="2948952" y="2054126"/>
            <a:ext cx="3337036" cy="12700"/>
          </a:xfrm>
          <a:prstGeom prst="bentConnector5">
            <a:avLst>
              <a:gd name="adj1" fmla="val -6850"/>
              <a:gd name="adj2" fmla="val -1882764"/>
              <a:gd name="adj3" fmla="val 7185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カギ線コネクタ 550">
            <a:extLst>
              <a:ext uri="{FF2B5EF4-FFF2-40B4-BE49-F238E27FC236}">
                <a16:creationId xmlns:a16="http://schemas.microsoft.com/office/drawing/2014/main" id="{DF62F8C0-2CFC-0347-CB9C-BCF7A16D6C35}"/>
              </a:ext>
            </a:extLst>
          </p:cNvPr>
          <p:cNvCxnSpPr>
            <a:cxnSpLocks/>
            <a:stCxn id="110" idx="3"/>
            <a:endCxn id="353" idx="3"/>
          </p:cNvCxnSpPr>
          <p:nvPr/>
        </p:nvCxnSpPr>
        <p:spPr>
          <a:xfrm rot="5400000">
            <a:off x="5906009" y="4405862"/>
            <a:ext cx="3337036" cy="12700"/>
          </a:xfrm>
          <a:prstGeom prst="bentConnector5">
            <a:avLst>
              <a:gd name="adj1" fmla="val 26881"/>
              <a:gd name="adj2" fmla="val -1220677"/>
              <a:gd name="adj3" fmla="val 10307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カギ線コネクタ 557">
            <a:extLst>
              <a:ext uri="{FF2B5EF4-FFF2-40B4-BE49-F238E27FC236}">
                <a16:creationId xmlns:a16="http://schemas.microsoft.com/office/drawing/2014/main" id="{37524560-683D-6460-29FC-E96B112C590E}"/>
              </a:ext>
            </a:extLst>
          </p:cNvPr>
          <p:cNvCxnSpPr>
            <a:cxnSpLocks/>
            <a:stCxn id="113" idx="3"/>
            <a:endCxn id="355" idx="3"/>
          </p:cNvCxnSpPr>
          <p:nvPr/>
        </p:nvCxnSpPr>
        <p:spPr>
          <a:xfrm rot="5400000">
            <a:off x="5439104" y="4405861"/>
            <a:ext cx="3337036" cy="12700"/>
          </a:xfrm>
          <a:prstGeom prst="bentConnector5">
            <a:avLst>
              <a:gd name="adj1" fmla="val 5778"/>
              <a:gd name="adj2" fmla="val -5524134"/>
              <a:gd name="adj3" fmla="val 1049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カギ線コネクタ 563">
            <a:extLst>
              <a:ext uri="{FF2B5EF4-FFF2-40B4-BE49-F238E27FC236}">
                <a16:creationId xmlns:a16="http://schemas.microsoft.com/office/drawing/2014/main" id="{1999AFC7-27E7-B282-49CD-263383DB3B4C}"/>
              </a:ext>
            </a:extLst>
          </p:cNvPr>
          <p:cNvCxnSpPr>
            <a:cxnSpLocks/>
            <a:stCxn id="114" idx="3"/>
            <a:endCxn id="356" idx="3"/>
          </p:cNvCxnSpPr>
          <p:nvPr/>
        </p:nvCxnSpPr>
        <p:spPr>
          <a:xfrm rot="5400000">
            <a:off x="5283470" y="4405862"/>
            <a:ext cx="3337036" cy="12700"/>
          </a:xfrm>
          <a:prstGeom prst="bentConnector5">
            <a:avLst>
              <a:gd name="adj1" fmla="val 7668"/>
              <a:gd name="adj2" fmla="val -7262063"/>
              <a:gd name="adj3" fmla="val 1068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カギ線コネクタ 569">
            <a:extLst>
              <a:ext uri="{FF2B5EF4-FFF2-40B4-BE49-F238E27FC236}">
                <a16:creationId xmlns:a16="http://schemas.microsoft.com/office/drawing/2014/main" id="{4F97D7B6-5BEE-56CD-CAA3-D8BF209C913B}"/>
              </a:ext>
            </a:extLst>
          </p:cNvPr>
          <p:cNvCxnSpPr>
            <a:cxnSpLocks/>
            <a:stCxn id="115" idx="3"/>
            <a:endCxn id="357" idx="3"/>
          </p:cNvCxnSpPr>
          <p:nvPr/>
        </p:nvCxnSpPr>
        <p:spPr>
          <a:xfrm rot="5400000">
            <a:off x="5127835" y="4405862"/>
            <a:ext cx="3337036" cy="12700"/>
          </a:xfrm>
          <a:prstGeom prst="bentConnector5">
            <a:avLst>
              <a:gd name="adj1" fmla="val 10187"/>
              <a:gd name="adj2" fmla="val -9082748"/>
              <a:gd name="adj3" fmla="val 1090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カギ線コネクタ 592">
            <a:extLst>
              <a:ext uri="{FF2B5EF4-FFF2-40B4-BE49-F238E27FC236}">
                <a16:creationId xmlns:a16="http://schemas.microsoft.com/office/drawing/2014/main" id="{950468A8-BD03-13B0-71CA-E71377AAABFE}"/>
              </a:ext>
            </a:extLst>
          </p:cNvPr>
          <p:cNvCxnSpPr>
            <a:cxnSpLocks/>
            <a:stCxn id="303" idx="1"/>
            <a:endCxn id="465" idx="1"/>
          </p:cNvCxnSpPr>
          <p:nvPr/>
        </p:nvCxnSpPr>
        <p:spPr>
          <a:xfrm rot="16200000" flipV="1">
            <a:off x="4635870" y="1717797"/>
            <a:ext cx="12700" cy="4009696"/>
          </a:xfrm>
          <a:prstGeom prst="bentConnector3">
            <a:avLst>
              <a:gd name="adj1" fmla="val 923087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カギ線コネクタ 597">
            <a:extLst>
              <a:ext uri="{FF2B5EF4-FFF2-40B4-BE49-F238E27FC236}">
                <a16:creationId xmlns:a16="http://schemas.microsoft.com/office/drawing/2014/main" id="{B29E81FD-F2AC-A1B4-935F-D971B31092D5}"/>
              </a:ext>
            </a:extLst>
          </p:cNvPr>
          <p:cNvCxnSpPr>
            <a:cxnSpLocks/>
            <a:stCxn id="304" idx="1"/>
            <a:endCxn id="466" idx="1"/>
          </p:cNvCxnSpPr>
          <p:nvPr/>
        </p:nvCxnSpPr>
        <p:spPr>
          <a:xfrm rot="16200000" flipV="1">
            <a:off x="4480235" y="1717797"/>
            <a:ext cx="12700" cy="4009696"/>
          </a:xfrm>
          <a:prstGeom prst="bentConnector3">
            <a:avLst>
              <a:gd name="adj1" fmla="val 1502394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カギ線コネクタ 609">
            <a:extLst>
              <a:ext uri="{FF2B5EF4-FFF2-40B4-BE49-F238E27FC236}">
                <a16:creationId xmlns:a16="http://schemas.microsoft.com/office/drawing/2014/main" id="{7BDD84C2-91E5-1586-2CF5-B13B234504E1}"/>
              </a:ext>
            </a:extLst>
          </p:cNvPr>
          <p:cNvCxnSpPr>
            <a:cxnSpLocks/>
            <a:stCxn id="311" idx="1"/>
            <a:endCxn id="518" idx="3"/>
          </p:cNvCxnSpPr>
          <p:nvPr/>
        </p:nvCxnSpPr>
        <p:spPr>
          <a:xfrm rot="16200000" flipH="1" flipV="1">
            <a:off x="3304368" y="3360568"/>
            <a:ext cx="2351735" cy="3075887"/>
          </a:xfrm>
          <a:prstGeom prst="bentConnector5">
            <a:avLst>
              <a:gd name="adj1" fmla="val -11061"/>
              <a:gd name="adj2" fmla="val 73919"/>
              <a:gd name="adj3" fmla="val 10391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カギ線コネクタ 615">
            <a:extLst>
              <a:ext uri="{FF2B5EF4-FFF2-40B4-BE49-F238E27FC236}">
                <a16:creationId xmlns:a16="http://schemas.microsoft.com/office/drawing/2014/main" id="{39CB962B-7FF2-6758-C673-AD9458B17309}"/>
              </a:ext>
            </a:extLst>
          </p:cNvPr>
          <p:cNvCxnSpPr>
            <a:cxnSpLocks/>
            <a:stCxn id="332" idx="1"/>
            <a:endCxn id="494" idx="1"/>
          </p:cNvCxnSpPr>
          <p:nvPr/>
        </p:nvCxnSpPr>
        <p:spPr>
          <a:xfrm rot="16200000" flipV="1">
            <a:off x="2612622" y="1717796"/>
            <a:ext cx="12700" cy="4009696"/>
          </a:xfrm>
          <a:prstGeom prst="bentConnector3">
            <a:avLst>
              <a:gd name="adj1" fmla="val 2661016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カギ線コネクタ 633">
            <a:extLst>
              <a:ext uri="{FF2B5EF4-FFF2-40B4-BE49-F238E27FC236}">
                <a16:creationId xmlns:a16="http://schemas.microsoft.com/office/drawing/2014/main" id="{F34668CC-602E-C7EC-C23C-238C1E9A15A2}"/>
              </a:ext>
            </a:extLst>
          </p:cNvPr>
          <p:cNvCxnSpPr>
            <a:cxnSpLocks/>
            <a:stCxn id="363" idx="3"/>
            <a:endCxn id="517" idx="3"/>
          </p:cNvCxnSpPr>
          <p:nvPr/>
        </p:nvCxnSpPr>
        <p:spPr>
          <a:xfrm rot="5400000">
            <a:off x="4480235" y="4692070"/>
            <a:ext cx="12700" cy="2764618"/>
          </a:xfrm>
          <a:prstGeom prst="bentConnector3">
            <a:avLst>
              <a:gd name="adj1" fmla="val 1336874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カギ線コネクタ 637">
            <a:extLst>
              <a:ext uri="{FF2B5EF4-FFF2-40B4-BE49-F238E27FC236}">
                <a16:creationId xmlns:a16="http://schemas.microsoft.com/office/drawing/2014/main" id="{6428E092-845F-A2AB-EA5C-36D83F135C36}"/>
              </a:ext>
            </a:extLst>
          </p:cNvPr>
          <p:cNvCxnSpPr>
            <a:cxnSpLocks/>
            <a:stCxn id="353" idx="3"/>
            <a:endCxn id="515" idx="3"/>
          </p:cNvCxnSpPr>
          <p:nvPr/>
        </p:nvCxnSpPr>
        <p:spPr>
          <a:xfrm rot="5400000">
            <a:off x="5569679" y="4069532"/>
            <a:ext cx="12700" cy="4009696"/>
          </a:xfrm>
          <a:prstGeom prst="bentConnector3">
            <a:avLst>
              <a:gd name="adj1" fmla="val 2992047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カギ線コネクタ 644">
            <a:extLst>
              <a:ext uri="{FF2B5EF4-FFF2-40B4-BE49-F238E27FC236}">
                <a16:creationId xmlns:a16="http://schemas.microsoft.com/office/drawing/2014/main" id="{69F20F3E-A082-D2FC-68B5-9FB198556DAE}"/>
              </a:ext>
            </a:extLst>
          </p:cNvPr>
          <p:cNvCxnSpPr>
            <a:cxnSpLocks/>
            <a:stCxn id="434" idx="3"/>
            <a:endCxn id="353" idx="3"/>
          </p:cNvCxnSpPr>
          <p:nvPr/>
        </p:nvCxnSpPr>
        <p:spPr>
          <a:xfrm rot="5400000" flipH="1">
            <a:off x="9584631" y="4064277"/>
            <a:ext cx="10511" cy="4030719"/>
          </a:xfrm>
          <a:prstGeom prst="bentConnector3">
            <a:avLst>
              <a:gd name="adj1" fmla="val -4415117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カギ線コネクタ 648">
            <a:extLst>
              <a:ext uri="{FF2B5EF4-FFF2-40B4-BE49-F238E27FC236}">
                <a16:creationId xmlns:a16="http://schemas.microsoft.com/office/drawing/2014/main" id="{C18BD81E-9A84-BD4F-6D8E-CD980528F255}"/>
              </a:ext>
            </a:extLst>
          </p:cNvPr>
          <p:cNvCxnSpPr>
            <a:cxnSpLocks/>
            <a:stCxn id="447" idx="3"/>
            <a:endCxn id="368" idx="3"/>
          </p:cNvCxnSpPr>
          <p:nvPr/>
        </p:nvCxnSpPr>
        <p:spPr>
          <a:xfrm rot="5400000" flipH="1">
            <a:off x="7250110" y="3908641"/>
            <a:ext cx="10510" cy="4341988"/>
          </a:xfrm>
          <a:prstGeom prst="bentConnector3">
            <a:avLst>
              <a:gd name="adj1" fmla="val -5015557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カギ線コネクタ 652">
            <a:extLst>
              <a:ext uri="{FF2B5EF4-FFF2-40B4-BE49-F238E27FC236}">
                <a16:creationId xmlns:a16="http://schemas.microsoft.com/office/drawing/2014/main" id="{BBE2AC14-E0E9-3A12-9D41-B9385B363163}"/>
              </a:ext>
            </a:extLst>
          </p:cNvPr>
          <p:cNvCxnSpPr>
            <a:cxnSpLocks/>
            <a:stCxn id="384" idx="1"/>
            <a:endCxn id="359" idx="3"/>
          </p:cNvCxnSpPr>
          <p:nvPr/>
        </p:nvCxnSpPr>
        <p:spPr>
          <a:xfrm rot="16200000" flipH="1" flipV="1">
            <a:off x="7407648" y="2810590"/>
            <a:ext cx="2341223" cy="4186354"/>
          </a:xfrm>
          <a:prstGeom prst="bentConnector5">
            <a:avLst>
              <a:gd name="adj1" fmla="val -4377"/>
              <a:gd name="adj2" fmla="val 52511"/>
              <a:gd name="adj3" fmla="val 126374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カギ線コネクタ 658">
            <a:extLst>
              <a:ext uri="{FF2B5EF4-FFF2-40B4-BE49-F238E27FC236}">
                <a16:creationId xmlns:a16="http://schemas.microsoft.com/office/drawing/2014/main" id="{BD1B6B8F-47F5-F9CE-F490-A7045FB57E40}"/>
              </a:ext>
            </a:extLst>
          </p:cNvPr>
          <p:cNvCxnSpPr>
            <a:cxnSpLocks/>
            <a:stCxn id="385" idx="1"/>
            <a:endCxn id="360" idx="3"/>
          </p:cNvCxnSpPr>
          <p:nvPr/>
        </p:nvCxnSpPr>
        <p:spPr>
          <a:xfrm rot="16200000" flipH="1" flipV="1">
            <a:off x="7252014" y="2810591"/>
            <a:ext cx="2341224" cy="4186353"/>
          </a:xfrm>
          <a:prstGeom prst="bentConnector5">
            <a:avLst>
              <a:gd name="adj1" fmla="val -7968"/>
              <a:gd name="adj2" fmla="val 51004"/>
              <a:gd name="adj3" fmla="val 109764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カギ線コネクタ 665">
            <a:extLst>
              <a:ext uri="{FF2B5EF4-FFF2-40B4-BE49-F238E27FC236}">
                <a16:creationId xmlns:a16="http://schemas.microsoft.com/office/drawing/2014/main" id="{17A684E8-9DA2-0AEC-8A3E-C0FB1F2021C4}"/>
              </a:ext>
            </a:extLst>
          </p:cNvPr>
          <p:cNvCxnSpPr>
            <a:cxnSpLocks/>
            <a:stCxn id="436" idx="3"/>
            <a:endCxn id="367" idx="3"/>
          </p:cNvCxnSpPr>
          <p:nvPr/>
        </p:nvCxnSpPr>
        <p:spPr>
          <a:xfrm rot="5400000" flipH="1">
            <a:off x="8183917" y="3130467"/>
            <a:ext cx="10511" cy="5898336"/>
          </a:xfrm>
          <a:prstGeom prst="bentConnector3">
            <a:avLst>
              <a:gd name="adj1" fmla="val -6415003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カギ線コネクタ 669">
            <a:extLst>
              <a:ext uri="{FF2B5EF4-FFF2-40B4-BE49-F238E27FC236}">
                <a16:creationId xmlns:a16="http://schemas.microsoft.com/office/drawing/2014/main" id="{5060DD99-AD1A-2EA6-28AA-FE5F76F1610F}"/>
              </a:ext>
            </a:extLst>
          </p:cNvPr>
          <p:cNvCxnSpPr>
            <a:cxnSpLocks/>
            <a:stCxn id="437" idx="3"/>
            <a:endCxn id="325" idx="1"/>
          </p:cNvCxnSpPr>
          <p:nvPr/>
        </p:nvCxnSpPr>
        <p:spPr>
          <a:xfrm rot="5400000" flipH="1">
            <a:off x="6852416" y="1954601"/>
            <a:ext cx="2362245" cy="5898336"/>
          </a:xfrm>
          <a:prstGeom prst="bentConnector5">
            <a:avLst>
              <a:gd name="adj1" fmla="val -4783"/>
              <a:gd name="adj2" fmla="val 45723"/>
              <a:gd name="adj3" fmla="val 114571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テキスト ボックス 675">
            <a:extLst>
              <a:ext uri="{FF2B5EF4-FFF2-40B4-BE49-F238E27FC236}">
                <a16:creationId xmlns:a16="http://schemas.microsoft.com/office/drawing/2014/main" id="{20A8C625-00DF-6CA7-930E-47EDAA7C84B2}"/>
              </a:ext>
            </a:extLst>
          </p:cNvPr>
          <p:cNvSpPr txBox="1"/>
          <p:nvPr/>
        </p:nvSpPr>
        <p:spPr>
          <a:xfrm>
            <a:off x="7977351" y="247108"/>
            <a:ext cx="1332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GNSS(ttyAMA0)</a:t>
            </a:r>
            <a:endParaRPr kumimoji="1" lang="ja-JP" altLang="en-US" sz="1200"/>
          </a:p>
        </p:txBody>
      </p:sp>
      <p:sp>
        <p:nvSpPr>
          <p:cNvPr id="677" name="テキスト ボックス 676">
            <a:extLst>
              <a:ext uri="{FF2B5EF4-FFF2-40B4-BE49-F238E27FC236}">
                <a16:creationId xmlns:a16="http://schemas.microsoft.com/office/drawing/2014/main" id="{44C1562D-3BAA-0CCA-1E5D-E4FEBE09542F}"/>
              </a:ext>
            </a:extLst>
          </p:cNvPr>
          <p:cNvSpPr txBox="1"/>
          <p:nvPr/>
        </p:nvSpPr>
        <p:spPr>
          <a:xfrm>
            <a:off x="183931" y="2972678"/>
            <a:ext cx="1167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920(ttyAMA3)</a:t>
            </a:r>
            <a:endParaRPr kumimoji="1" lang="ja-JP" altLang="en-US" sz="1200"/>
          </a:p>
        </p:txBody>
      </p:sp>
      <p:sp>
        <p:nvSpPr>
          <p:cNvPr id="678" name="テキスト ボックス 677">
            <a:extLst>
              <a:ext uri="{FF2B5EF4-FFF2-40B4-BE49-F238E27FC236}">
                <a16:creationId xmlns:a16="http://schemas.microsoft.com/office/drawing/2014/main" id="{A14C6E6C-F709-D1FB-B6B6-A16D44528205}"/>
              </a:ext>
            </a:extLst>
          </p:cNvPr>
          <p:cNvSpPr txBox="1"/>
          <p:nvPr/>
        </p:nvSpPr>
        <p:spPr>
          <a:xfrm>
            <a:off x="10421007" y="3056760"/>
            <a:ext cx="1167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429(ttyAMA4)</a:t>
            </a:r>
            <a:endParaRPr kumimoji="1" lang="ja-JP" altLang="en-US" sz="1200"/>
          </a:p>
        </p:txBody>
      </p:sp>
      <p:sp>
        <p:nvSpPr>
          <p:cNvPr id="679" name="テキスト ボックス 678">
            <a:extLst>
              <a:ext uri="{FF2B5EF4-FFF2-40B4-BE49-F238E27FC236}">
                <a16:creationId xmlns:a16="http://schemas.microsoft.com/office/drawing/2014/main" id="{90BAA76C-C054-6063-7164-917593B2917C}"/>
              </a:ext>
            </a:extLst>
          </p:cNvPr>
          <p:cNvSpPr txBox="1"/>
          <p:nvPr/>
        </p:nvSpPr>
        <p:spPr>
          <a:xfrm>
            <a:off x="4003626" y="6472390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R</a:t>
            </a:r>
            <a:r>
              <a:rPr kumimoji="1" lang="en-US" altLang="ja-JP" sz="1200" dirty="0"/>
              <a:t>aspi5 GPIO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646965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リーフォーム 4">
            <a:extLst>
              <a:ext uri="{FF2B5EF4-FFF2-40B4-BE49-F238E27FC236}">
                <a16:creationId xmlns:a16="http://schemas.microsoft.com/office/drawing/2014/main" id="{5B6D4914-9B33-5632-9FD1-1446B4D150FC}"/>
              </a:ext>
            </a:extLst>
          </p:cNvPr>
          <p:cNvSpPr/>
          <p:nvPr/>
        </p:nvSpPr>
        <p:spPr>
          <a:xfrm>
            <a:off x="1936536" y="2178019"/>
            <a:ext cx="8710047" cy="3880093"/>
          </a:xfrm>
          <a:custGeom>
            <a:avLst/>
            <a:gdLst>
              <a:gd name="csX0" fmla="*/ 0 w 8710047"/>
              <a:gd name="csY0" fmla="*/ 3537049 h 3880093"/>
              <a:gd name="csX1" fmla="*/ 3905573 w 8710047"/>
              <a:gd name="csY1" fmla="*/ 3552547 h 3880093"/>
              <a:gd name="csX2" fmla="*/ 5858359 w 8710047"/>
              <a:gd name="csY2" fmla="*/ 96425 h 3880093"/>
              <a:gd name="csX3" fmla="*/ 7175715 w 8710047"/>
              <a:gd name="csY3" fmla="*/ 964330 h 3880093"/>
              <a:gd name="csX4" fmla="*/ 8710047 w 8710047"/>
              <a:gd name="csY4" fmla="*/ 1010825 h 3880093"/>
              <a:gd name="csX5" fmla="*/ 8710047 w 8710047"/>
              <a:gd name="csY5" fmla="*/ 1010825 h 3880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710047" h="3880093">
                <a:moveTo>
                  <a:pt x="0" y="3537049"/>
                </a:moveTo>
                <a:cubicBezTo>
                  <a:pt x="1464590" y="3831516"/>
                  <a:pt x="2929180" y="4125984"/>
                  <a:pt x="3905573" y="3552547"/>
                </a:cubicBezTo>
                <a:cubicBezTo>
                  <a:pt x="4881966" y="2979110"/>
                  <a:pt x="5313335" y="527794"/>
                  <a:pt x="5858359" y="96425"/>
                </a:cubicBezTo>
                <a:cubicBezTo>
                  <a:pt x="6403383" y="-334945"/>
                  <a:pt x="6700434" y="811930"/>
                  <a:pt x="7175715" y="964330"/>
                </a:cubicBezTo>
                <a:cubicBezTo>
                  <a:pt x="7650996" y="1116730"/>
                  <a:pt x="8710047" y="1010825"/>
                  <a:pt x="8710047" y="1010825"/>
                </a:cubicBezTo>
                <a:lnTo>
                  <a:pt x="8710047" y="1010825"/>
                </a:ln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グラフィックス 6" descr="家 単色塗りつぶし">
            <a:extLst>
              <a:ext uri="{FF2B5EF4-FFF2-40B4-BE49-F238E27FC236}">
                <a16:creationId xmlns:a16="http://schemas.microsoft.com/office/drawing/2014/main" id="{FE646950-4469-2C2C-B3C3-00C8C1773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7688" y="4986866"/>
            <a:ext cx="914400" cy="914400"/>
          </a:xfrm>
          <a:prstGeom prst="rect">
            <a:avLst/>
          </a:prstGeom>
        </p:spPr>
      </p:pic>
      <p:pic>
        <p:nvPicPr>
          <p:cNvPr id="9" name="グラフィックス 8" descr="基地局 単色塗りつぶし">
            <a:extLst>
              <a:ext uri="{FF2B5EF4-FFF2-40B4-BE49-F238E27FC236}">
                <a16:creationId xmlns:a16="http://schemas.microsoft.com/office/drawing/2014/main" id="{D2EDA594-C3F9-F5C1-4605-A69E7EF18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8667" y="5337097"/>
            <a:ext cx="618067" cy="618067"/>
          </a:xfrm>
          <a:prstGeom prst="rect">
            <a:avLst/>
          </a:prstGeom>
        </p:spPr>
      </p:pic>
      <p:pic>
        <p:nvPicPr>
          <p:cNvPr id="10" name="グラフィックス 9" descr="基地局 単色塗りつぶし">
            <a:extLst>
              <a:ext uri="{FF2B5EF4-FFF2-40B4-BE49-F238E27FC236}">
                <a16:creationId xmlns:a16="http://schemas.microsoft.com/office/drawing/2014/main" id="{8438B5C6-85AF-BDC4-072E-4E271ECB3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4088" y="1617070"/>
            <a:ext cx="618067" cy="618067"/>
          </a:xfrm>
          <a:prstGeom prst="rect">
            <a:avLst/>
          </a:prstGeom>
        </p:spPr>
      </p:pic>
      <p:pic>
        <p:nvPicPr>
          <p:cNvPr id="11" name="グラフィックス 10" descr="基地局 単色塗りつぶし">
            <a:extLst>
              <a:ext uri="{FF2B5EF4-FFF2-40B4-BE49-F238E27FC236}">
                <a16:creationId xmlns:a16="http://schemas.microsoft.com/office/drawing/2014/main" id="{58485E7D-B4AC-9C80-FFC2-D5498E5ED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59770" y="2606110"/>
            <a:ext cx="618067" cy="618067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FA9F02-97A1-4369-A5BC-6204DB884317}"/>
              </a:ext>
            </a:extLst>
          </p:cNvPr>
          <p:cNvSpPr txBox="1"/>
          <p:nvPr/>
        </p:nvSpPr>
        <p:spPr>
          <a:xfrm>
            <a:off x="9041821" y="3239743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Station α</a:t>
            </a:r>
            <a:endParaRPr kumimoji="1" lang="ja-JP" altLang="en-US" sz="1200" b="1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2D6D48A-2CBB-2652-A006-7B19D617BED6}"/>
              </a:ext>
            </a:extLst>
          </p:cNvPr>
          <p:cNvSpPr txBox="1"/>
          <p:nvPr/>
        </p:nvSpPr>
        <p:spPr>
          <a:xfrm>
            <a:off x="7554501" y="1349058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Station β</a:t>
            </a:r>
            <a:endParaRPr kumimoji="1" lang="ja-JP" altLang="en-US" sz="1200" b="1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81CB35F-2426-2C42-5B67-5F683738D60A}"/>
              </a:ext>
            </a:extLst>
          </p:cNvPr>
          <p:cNvSpPr txBox="1"/>
          <p:nvPr/>
        </p:nvSpPr>
        <p:spPr>
          <a:xfrm>
            <a:off x="2895792" y="5095649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Station </a:t>
            </a:r>
            <a:r>
              <a:rPr kumimoji="1" lang="en-US" altLang="ja-JP" sz="1200" b="1" dirty="0" err="1"/>
              <a:t>γ</a:t>
            </a:r>
            <a:endParaRPr kumimoji="1" lang="ja-JP" altLang="en-US" sz="1200" b="1"/>
          </a:p>
        </p:txBody>
      </p:sp>
      <p:pic>
        <p:nvPicPr>
          <p:cNvPr id="18" name="グラフィックス 17" descr="雲 単色塗りつぶし">
            <a:extLst>
              <a:ext uri="{FF2B5EF4-FFF2-40B4-BE49-F238E27FC236}">
                <a16:creationId xmlns:a16="http://schemas.microsoft.com/office/drawing/2014/main" id="{8AB2A459-3D15-2912-EECC-ECE84886E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88506" y="3448068"/>
            <a:ext cx="914400" cy="914400"/>
          </a:xfrm>
          <a:prstGeom prst="rect">
            <a:avLst/>
          </a:prstGeom>
        </p:spPr>
      </p:pic>
      <p:pic>
        <p:nvPicPr>
          <p:cNvPr id="20" name="グラフィックス 19" descr="データベース 単色塗りつぶし">
            <a:extLst>
              <a:ext uri="{FF2B5EF4-FFF2-40B4-BE49-F238E27FC236}">
                <a16:creationId xmlns:a16="http://schemas.microsoft.com/office/drawing/2014/main" id="{30B1F7AB-EDB9-22BC-2E28-11A48FBAB1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8591" y="3577948"/>
            <a:ext cx="654640" cy="654640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476BB895-3A96-92EE-D91A-B42DD5972CCA}"/>
              </a:ext>
            </a:extLst>
          </p:cNvPr>
          <p:cNvGrpSpPr/>
          <p:nvPr/>
        </p:nvGrpSpPr>
        <p:grpSpPr>
          <a:xfrm>
            <a:off x="3267700" y="1926103"/>
            <a:ext cx="1337740" cy="1698071"/>
            <a:chOff x="3576543" y="2025748"/>
            <a:chExt cx="1337740" cy="1698071"/>
          </a:xfrm>
        </p:grpSpPr>
        <p:pic>
          <p:nvPicPr>
            <p:cNvPr id="23" name="グラフィックス 22" descr="インターネット 単色塗りつぶし">
              <a:extLst>
                <a:ext uri="{FF2B5EF4-FFF2-40B4-BE49-F238E27FC236}">
                  <a16:creationId xmlns:a16="http://schemas.microsoft.com/office/drawing/2014/main" id="{092BCD60-7093-DE59-7849-121807B75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76543" y="2025748"/>
              <a:ext cx="1337740" cy="1337740"/>
            </a:xfrm>
            <a:prstGeom prst="rect">
              <a:avLst/>
            </a:prstGeom>
          </p:spPr>
        </p:pic>
        <p:pic>
          <p:nvPicPr>
            <p:cNvPr id="25" name="グラフィックス 24" descr="ユーザー 単色塗りつぶし">
              <a:extLst>
                <a:ext uri="{FF2B5EF4-FFF2-40B4-BE49-F238E27FC236}">
                  <a16:creationId xmlns:a16="http://schemas.microsoft.com/office/drawing/2014/main" id="{0C6B2460-AB41-78F0-A50E-6CA30CA07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93620" y="3003156"/>
              <a:ext cx="720663" cy="720663"/>
            </a:xfrm>
            <a:prstGeom prst="rect">
              <a:avLst/>
            </a:prstGeom>
          </p:spPr>
        </p:pic>
      </p:grp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0D132D85-1677-4FAD-C63C-3D3EF94FD871}"/>
              </a:ext>
            </a:extLst>
          </p:cNvPr>
          <p:cNvCxnSpPr>
            <a:cxnSpLocks/>
          </p:cNvCxnSpPr>
          <p:nvPr/>
        </p:nvCxnSpPr>
        <p:spPr>
          <a:xfrm flipH="1" flipV="1">
            <a:off x="8322155" y="1926103"/>
            <a:ext cx="719666" cy="97740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C6F9D8DE-D509-F621-1B9C-523D5BB4F7FE}"/>
              </a:ext>
            </a:extLst>
          </p:cNvPr>
          <p:cNvCxnSpPr>
            <a:cxnSpLocks/>
          </p:cNvCxnSpPr>
          <p:nvPr/>
        </p:nvCxnSpPr>
        <p:spPr>
          <a:xfrm flipH="1">
            <a:off x="3447647" y="1971687"/>
            <a:ext cx="4401664" cy="367444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403302F-9F40-4807-E029-17C7FCAB64AA}"/>
              </a:ext>
            </a:extLst>
          </p:cNvPr>
          <p:cNvCxnSpPr>
            <a:cxnSpLocks/>
          </p:cNvCxnSpPr>
          <p:nvPr/>
        </p:nvCxnSpPr>
        <p:spPr>
          <a:xfrm flipH="1" flipV="1">
            <a:off x="2445706" y="4278814"/>
            <a:ext cx="529097" cy="81683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B94395A6-B49A-ED5F-2D82-66467514EC05}"/>
              </a:ext>
            </a:extLst>
          </p:cNvPr>
          <p:cNvCxnSpPr>
            <a:cxnSpLocks/>
            <a:stCxn id="18" idx="1"/>
            <a:endCxn id="20" idx="3"/>
          </p:cNvCxnSpPr>
          <p:nvPr/>
        </p:nvCxnSpPr>
        <p:spPr>
          <a:xfrm flipH="1">
            <a:off x="1583231" y="3905268"/>
            <a:ext cx="405275" cy="0"/>
          </a:xfrm>
          <a:prstGeom prst="straightConnector1">
            <a:avLst/>
          </a:prstGeom>
          <a:ln w="38100"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A07A6386-3EC3-948C-C7B7-B0EF604EDD11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2422948" y="2594973"/>
            <a:ext cx="844752" cy="920786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23CC3D7-80BC-B77A-5BE1-C2D2B85C8948}"/>
              </a:ext>
            </a:extLst>
          </p:cNvPr>
          <p:cNvSpPr txBox="1"/>
          <p:nvPr/>
        </p:nvSpPr>
        <p:spPr>
          <a:xfrm rot="3186017">
            <a:off x="8378862" y="2155413"/>
            <a:ext cx="8322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429 MHz</a:t>
            </a:r>
            <a:endParaRPr kumimoji="1" lang="ja-JP" altLang="en-US" sz="1200" b="1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BA6B323-8B24-38EB-7336-2471D8816EC4}"/>
              </a:ext>
            </a:extLst>
          </p:cNvPr>
          <p:cNvSpPr txBox="1"/>
          <p:nvPr/>
        </p:nvSpPr>
        <p:spPr>
          <a:xfrm rot="19160794">
            <a:off x="5181996" y="3485675"/>
            <a:ext cx="8322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429 MHz</a:t>
            </a:r>
            <a:endParaRPr kumimoji="1" lang="ja-JP" altLang="en-US" sz="1200" b="1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A16FB1E-26B8-28ED-1F10-222D348C93D3}"/>
              </a:ext>
            </a:extLst>
          </p:cNvPr>
          <p:cNvSpPr txBox="1"/>
          <p:nvPr/>
        </p:nvSpPr>
        <p:spPr>
          <a:xfrm rot="18609981">
            <a:off x="2253599" y="2903376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Internet</a:t>
            </a:r>
            <a:endParaRPr kumimoji="1" lang="ja-JP" altLang="en-US" sz="1200" b="1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2DF6495-B20E-9425-602A-FF5038268D99}"/>
              </a:ext>
            </a:extLst>
          </p:cNvPr>
          <p:cNvSpPr txBox="1"/>
          <p:nvPr/>
        </p:nvSpPr>
        <p:spPr>
          <a:xfrm>
            <a:off x="828252" y="4184188"/>
            <a:ext cx="896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Database</a:t>
            </a:r>
            <a:endParaRPr kumimoji="1" lang="ja-JP" altLang="en-US" sz="1200" b="1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866F6383-0388-269A-AE0C-43804853E755}"/>
              </a:ext>
            </a:extLst>
          </p:cNvPr>
          <p:cNvSpPr txBox="1"/>
          <p:nvPr/>
        </p:nvSpPr>
        <p:spPr>
          <a:xfrm>
            <a:off x="3354411" y="1893922"/>
            <a:ext cx="1138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b="1" dirty="0"/>
              <a:t>V</a:t>
            </a:r>
            <a:r>
              <a:rPr kumimoji="1" lang="en-US" altLang="ja-JP" sz="1200" b="1" dirty="0"/>
              <a:t>isualization</a:t>
            </a:r>
            <a:endParaRPr kumimoji="1" lang="ja-JP" altLang="en-US" sz="1200" b="1"/>
          </a:p>
        </p:txBody>
      </p:sp>
      <p:pic>
        <p:nvPicPr>
          <p:cNvPr id="62" name="グラフィックス 61" descr="基地局 単色塗りつぶし">
            <a:extLst>
              <a:ext uri="{FF2B5EF4-FFF2-40B4-BE49-F238E27FC236}">
                <a16:creationId xmlns:a16="http://schemas.microsoft.com/office/drawing/2014/main" id="{163E44E1-D16D-5E91-B95A-BEF595362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49782" y="2606110"/>
            <a:ext cx="618067" cy="618067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BCF15E96-48ED-1D1D-0D85-51C0A770A97E}"/>
              </a:ext>
            </a:extLst>
          </p:cNvPr>
          <p:cNvSpPr txBox="1"/>
          <p:nvPr/>
        </p:nvSpPr>
        <p:spPr>
          <a:xfrm>
            <a:off x="10324814" y="3223095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Station </a:t>
            </a:r>
            <a:r>
              <a:rPr kumimoji="1" lang="en-US" altLang="ja-JP" sz="1200" b="1" dirty="0" err="1"/>
              <a:t>η</a:t>
            </a:r>
            <a:endParaRPr kumimoji="1" lang="ja-JP" altLang="en-US" sz="1200" b="1"/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58CFC88C-EA47-F639-5233-50F571093EF9}"/>
              </a:ext>
            </a:extLst>
          </p:cNvPr>
          <p:cNvGrpSpPr/>
          <p:nvPr/>
        </p:nvGrpSpPr>
        <p:grpSpPr>
          <a:xfrm>
            <a:off x="10793677" y="1863440"/>
            <a:ext cx="1082461" cy="846412"/>
            <a:chOff x="10248767" y="832855"/>
            <a:chExt cx="1082461" cy="846412"/>
          </a:xfrm>
        </p:grpSpPr>
        <p:grpSp>
          <p:nvGrpSpPr>
            <p:cNvPr id="64" name="グループ化 63">
              <a:extLst>
                <a:ext uri="{FF2B5EF4-FFF2-40B4-BE49-F238E27FC236}">
                  <a16:creationId xmlns:a16="http://schemas.microsoft.com/office/drawing/2014/main" id="{5FF287B7-BBF7-2E52-0A9E-AABE00E96481}"/>
                </a:ext>
              </a:extLst>
            </p:cNvPr>
            <p:cNvGrpSpPr/>
            <p:nvPr/>
          </p:nvGrpSpPr>
          <p:grpSpPr>
            <a:xfrm>
              <a:off x="10477635" y="887795"/>
              <a:ext cx="691420" cy="680274"/>
              <a:chOff x="10477635" y="887795"/>
              <a:chExt cx="691420" cy="680274"/>
            </a:xfrm>
          </p:grpSpPr>
          <p:pic>
            <p:nvPicPr>
              <p:cNvPr id="55" name="グラフィックス 54" descr="電池 単色塗りつぶし">
                <a:extLst>
                  <a:ext uri="{FF2B5EF4-FFF2-40B4-BE49-F238E27FC236}">
                    <a16:creationId xmlns:a16="http://schemas.microsoft.com/office/drawing/2014/main" id="{931B2A41-BC4F-E474-5C42-C206A25432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0477635" y="887795"/>
                <a:ext cx="403275" cy="403275"/>
              </a:xfrm>
              <a:prstGeom prst="rect">
                <a:avLst/>
              </a:prstGeom>
            </p:spPr>
          </p:pic>
          <p:pic>
            <p:nvPicPr>
              <p:cNvPr id="59" name="グラフィックス 58" descr="車 単色塗りつぶし">
                <a:extLst>
                  <a:ext uri="{FF2B5EF4-FFF2-40B4-BE49-F238E27FC236}">
                    <a16:creationId xmlns:a16="http://schemas.microsoft.com/office/drawing/2014/main" id="{1C15052C-F5FC-A61C-4BDB-51EC72F183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0789998" y="1063105"/>
                <a:ext cx="379057" cy="379057"/>
              </a:xfrm>
              <a:prstGeom prst="rect">
                <a:avLst/>
              </a:prstGeom>
            </p:spPr>
          </p:pic>
          <p:pic>
            <p:nvPicPr>
              <p:cNvPr id="61" name="グラフィックス 60" descr="地球: アジアとオーストラリア 単色塗りつぶし">
                <a:extLst>
                  <a:ext uri="{FF2B5EF4-FFF2-40B4-BE49-F238E27FC236}">
                    <a16:creationId xmlns:a16="http://schemas.microsoft.com/office/drawing/2014/main" id="{2B849C81-C73D-967B-1428-3AB35D5419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10477635" y="1164794"/>
                <a:ext cx="403275" cy="403275"/>
              </a:xfrm>
              <a:prstGeom prst="rect">
                <a:avLst/>
              </a:prstGeom>
            </p:spPr>
          </p:pic>
        </p:grpSp>
        <p:sp>
          <p:nvSpPr>
            <p:cNvPr id="65" name="雲形吹き出し 64">
              <a:extLst>
                <a:ext uri="{FF2B5EF4-FFF2-40B4-BE49-F238E27FC236}">
                  <a16:creationId xmlns:a16="http://schemas.microsoft.com/office/drawing/2014/main" id="{130A1875-7419-FA50-D5FA-9F68F9FB1250}"/>
                </a:ext>
              </a:extLst>
            </p:cNvPr>
            <p:cNvSpPr/>
            <p:nvPr/>
          </p:nvSpPr>
          <p:spPr>
            <a:xfrm>
              <a:off x="10248767" y="832855"/>
              <a:ext cx="1082461" cy="846412"/>
            </a:xfrm>
            <a:prstGeom prst="cloudCallout">
              <a:avLst>
                <a:gd name="adj1" fmla="val -33456"/>
                <a:gd name="adj2" fmla="val 63742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DBFA42F3-973B-7E35-F1E4-5F83221E2B89}"/>
              </a:ext>
            </a:extLst>
          </p:cNvPr>
          <p:cNvCxnSpPr>
            <a:cxnSpLocks/>
          </p:cNvCxnSpPr>
          <p:nvPr/>
        </p:nvCxnSpPr>
        <p:spPr>
          <a:xfrm flipH="1">
            <a:off x="9721068" y="2884134"/>
            <a:ext cx="728714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BBF21728-96C5-F9D4-990C-28B62397DBD1}"/>
              </a:ext>
            </a:extLst>
          </p:cNvPr>
          <p:cNvSpPr txBox="1"/>
          <p:nvPr/>
        </p:nvSpPr>
        <p:spPr>
          <a:xfrm>
            <a:off x="9717350" y="2637062"/>
            <a:ext cx="8322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920 MHz</a:t>
            </a:r>
            <a:endParaRPr kumimoji="1" lang="ja-JP" altLang="en-US" sz="1200" b="1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F0FCECE0-CF24-6C36-BBF1-18895FE3F9CA}"/>
              </a:ext>
            </a:extLst>
          </p:cNvPr>
          <p:cNvSpPr txBox="1"/>
          <p:nvPr/>
        </p:nvSpPr>
        <p:spPr>
          <a:xfrm rot="3425395">
            <a:off x="2448632" y="4520212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/>
              <a:t>Internet</a:t>
            </a:r>
            <a:endParaRPr kumimoji="1" lang="ja-JP" altLang="en-US" sz="1200" b="1"/>
          </a:p>
        </p:txBody>
      </p:sp>
    </p:spTree>
    <p:extLst>
      <p:ext uri="{BB962C8B-B14F-4D97-AF65-F5344CB8AC3E}">
        <p14:creationId xmlns:p14="http://schemas.microsoft.com/office/powerpoint/2010/main" val="673327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508</Words>
  <Application>Microsoft Macintosh PowerPoint</Application>
  <PresentationFormat>ワイド画面</PresentationFormat>
  <Paragraphs>360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欧 赵</dc:creator>
  <cp:lastModifiedBy>欧 赵</cp:lastModifiedBy>
  <cp:revision>39</cp:revision>
  <dcterms:created xsi:type="dcterms:W3CDTF">2025-11-24T06:37:16Z</dcterms:created>
  <dcterms:modified xsi:type="dcterms:W3CDTF">2025-12-17T23:57:22Z</dcterms:modified>
</cp:coreProperties>
</file>